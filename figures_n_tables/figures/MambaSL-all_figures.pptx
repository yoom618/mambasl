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6"/>
  </p:notesMasterIdLst>
  <p:sldIdLst>
    <p:sldId id="256" r:id="rId2"/>
    <p:sldId id="258" r:id="rId3"/>
    <p:sldId id="260" r:id="rId4"/>
    <p:sldId id="257" r:id="rId5"/>
  </p:sldIdLst>
  <p:sldSz cx="8474075" cy="4773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B5F4"/>
    <a:srgbClr val="A8ADD7"/>
    <a:srgbClr val="B6D7A8"/>
    <a:srgbClr val="A8D7D7"/>
    <a:srgbClr val="FF6467"/>
    <a:srgbClr val="595959"/>
    <a:srgbClr val="F4B5B5"/>
    <a:srgbClr val="E9D7F1"/>
    <a:srgbClr val="E9F8FB"/>
    <a:srgbClr val="D1F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43"/>
    <p:restoredTop sz="82109"/>
  </p:normalViewPr>
  <p:slideViewPr>
    <p:cSldViewPr snapToGrid="0">
      <p:cViewPr>
        <p:scale>
          <a:sx n="78" d="100"/>
          <a:sy n="78" d="100"/>
        </p:scale>
        <p:origin x="144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A7408-C7A7-0B4C-89B9-93481003164D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0563" y="1143000"/>
            <a:ext cx="5476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8F0E6-A108-A649-AF2B-DC22984BD53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17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1pPr>
    <a:lvl2pPr marL="317912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2pPr>
    <a:lvl3pPr marL="635824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3pPr>
    <a:lvl4pPr marL="953735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4pPr>
    <a:lvl5pPr marL="1271647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5pPr>
    <a:lvl6pPr marL="1589558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6pPr>
    <a:lvl7pPr marL="1907470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7pPr>
    <a:lvl8pPr marL="2225382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8pPr>
    <a:lvl9pPr marL="2543293" algn="l" defTabSz="635824" rtl="0" eaLnBrk="1" latinLnBrk="1" hangingPunct="1">
      <a:defRPr sz="8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68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8F0E6-A108-A649-AF2B-DC22984BD53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5041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8051A-2405-5459-E48F-D5224868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7AA97A-074A-4C18-B8B1-2651416E2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68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00BE78-67FF-5BA8-3448-0994C3A11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EBE7F-69CE-E215-AE3D-FE8830D69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8F0E6-A108-A649-AF2B-DC22984BD53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82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8F0E6-A108-A649-AF2B-DC22984BD53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4898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8F0E6-A108-A649-AF2B-DC22984BD53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5226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260" y="781237"/>
            <a:ext cx="6355556" cy="1661925"/>
          </a:xfrm>
        </p:spPr>
        <p:txBody>
          <a:bodyPr anchor="b"/>
          <a:lstStyle>
            <a:lvl1pPr algn="ctr">
              <a:defRPr sz="417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9260" y="2507252"/>
            <a:ext cx="6355556" cy="1152518"/>
          </a:xfrm>
        </p:spPr>
        <p:txBody>
          <a:bodyPr/>
          <a:lstStyle>
            <a:lvl1pPr marL="0" indent="0" algn="ctr">
              <a:buNone/>
              <a:defRPr sz="1668"/>
            </a:lvl1pPr>
            <a:lvl2pPr marL="317800" indent="0" algn="ctr">
              <a:buNone/>
              <a:defRPr sz="1390"/>
            </a:lvl2pPr>
            <a:lvl3pPr marL="635599" indent="0" algn="ctr">
              <a:buNone/>
              <a:defRPr sz="1251"/>
            </a:lvl3pPr>
            <a:lvl4pPr marL="953399" indent="0" algn="ctr">
              <a:buNone/>
              <a:defRPr sz="1112"/>
            </a:lvl4pPr>
            <a:lvl5pPr marL="1271199" indent="0" algn="ctr">
              <a:buNone/>
              <a:defRPr sz="1112"/>
            </a:lvl5pPr>
            <a:lvl6pPr marL="1588999" indent="0" algn="ctr">
              <a:buNone/>
              <a:defRPr sz="1112"/>
            </a:lvl6pPr>
            <a:lvl7pPr marL="1906798" indent="0" algn="ctr">
              <a:buNone/>
              <a:defRPr sz="1112"/>
            </a:lvl7pPr>
            <a:lvl8pPr marL="2224598" indent="0" algn="ctr">
              <a:buNone/>
              <a:defRPr sz="1112"/>
            </a:lvl8pPr>
            <a:lvl9pPr marL="2542398" indent="0" algn="ctr">
              <a:buNone/>
              <a:defRPr sz="111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73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294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179" y="1190089"/>
            <a:ext cx="7308890" cy="1985690"/>
          </a:xfrm>
        </p:spPr>
        <p:txBody>
          <a:bodyPr anchor="b"/>
          <a:lstStyle>
            <a:lvl1pPr>
              <a:defRPr sz="417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179" y="3194565"/>
            <a:ext cx="7308890" cy="1044227"/>
          </a:xfrm>
        </p:spPr>
        <p:txBody>
          <a:bodyPr/>
          <a:lstStyle>
            <a:lvl1pPr marL="0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1pPr>
            <a:lvl2pPr marL="317800" indent="0">
              <a:buNone/>
              <a:defRPr sz="1390">
                <a:solidFill>
                  <a:schemeClr val="tx1">
                    <a:tint val="75000"/>
                  </a:schemeClr>
                </a:solidFill>
              </a:defRPr>
            </a:lvl2pPr>
            <a:lvl3pPr marL="635599" indent="0">
              <a:buNone/>
              <a:defRPr sz="1251">
                <a:solidFill>
                  <a:schemeClr val="tx1">
                    <a:tint val="75000"/>
                  </a:schemeClr>
                </a:solidFill>
              </a:defRPr>
            </a:lvl3pPr>
            <a:lvl4pPr marL="953399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4pPr>
            <a:lvl5pPr marL="1271199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5pPr>
            <a:lvl6pPr marL="1588999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6pPr>
            <a:lvl7pPr marL="1906798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7pPr>
            <a:lvl8pPr marL="2224598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8pPr>
            <a:lvl9pPr marL="2542398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444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2593" y="1270753"/>
            <a:ext cx="3601482" cy="30288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90000" y="1270753"/>
            <a:ext cx="3601482" cy="30288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842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696" y="254151"/>
            <a:ext cx="7308890" cy="9226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3697" y="1170199"/>
            <a:ext cx="3584931" cy="573496"/>
          </a:xfrm>
        </p:spPr>
        <p:txBody>
          <a:bodyPr anchor="b"/>
          <a:lstStyle>
            <a:lvl1pPr marL="0" indent="0">
              <a:buNone/>
              <a:defRPr sz="1668" b="1"/>
            </a:lvl1pPr>
            <a:lvl2pPr marL="317800" indent="0">
              <a:buNone/>
              <a:defRPr sz="1390" b="1"/>
            </a:lvl2pPr>
            <a:lvl3pPr marL="635599" indent="0">
              <a:buNone/>
              <a:defRPr sz="1251" b="1"/>
            </a:lvl3pPr>
            <a:lvl4pPr marL="953399" indent="0">
              <a:buNone/>
              <a:defRPr sz="1112" b="1"/>
            </a:lvl4pPr>
            <a:lvl5pPr marL="1271199" indent="0">
              <a:buNone/>
              <a:defRPr sz="1112" b="1"/>
            </a:lvl5pPr>
            <a:lvl6pPr marL="1588999" indent="0">
              <a:buNone/>
              <a:defRPr sz="1112" b="1"/>
            </a:lvl6pPr>
            <a:lvl7pPr marL="1906798" indent="0">
              <a:buNone/>
              <a:defRPr sz="1112" b="1"/>
            </a:lvl7pPr>
            <a:lvl8pPr marL="2224598" indent="0">
              <a:buNone/>
              <a:defRPr sz="1112" b="1"/>
            </a:lvl8pPr>
            <a:lvl9pPr marL="2542398" indent="0">
              <a:buNone/>
              <a:defRPr sz="11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697" y="1743695"/>
            <a:ext cx="3584931" cy="2564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90000" y="1170199"/>
            <a:ext cx="3602586" cy="573496"/>
          </a:xfrm>
        </p:spPr>
        <p:txBody>
          <a:bodyPr anchor="b"/>
          <a:lstStyle>
            <a:lvl1pPr marL="0" indent="0">
              <a:buNone/>
              <a:defRPr sz="1668" b="1"/>
            </a:lvl1pPr>
            <a:lvl2pPr marL="317800" indent="0">
              <a:buNone/>
              <a:defRPr sz="1390" b="1"/>
            </a:lvl2pPr>
            <a:lvl3pPr marL="635599" indent="0">
              <a:buNone/>
              <a:defRPr sz="1251" b="1"/>
            </a:lvl3pPr>
            <a:lvl4pPr marL="953399" indent="0">
              <a:buNone/>
              <a:defRPr sz="1112" b="1"/>
            </a:lvl4pPr>
            <a:lvl5pPr marL="1271199" indent="0">
              <a:buNone/>
              <a:defRPr sz="1112" b="1"/>
            </a:lvl5pPr>
            <a:lvl6pPr marL="1588999" indent="0">
              <a:buNone/>
              <a:defRPr sz="1112" b="1"/>
            </a:lvl6pPr>
            <a:lvl7pPr marL="1906798" indent="0">
              <a:buNone/>
              <a:defRPr sz="1112" b="1"/>
            </a:lvl7pPr>
            <a:lvl8pPr marL="2224598" indent="0">
              <a:buNone/>
              <a:defRPr sz="1112" b="1"/>
            </a:lvl8pPr>
            <a:lvl9pPr marL="2542398" indent="0">
              <a:buNone/>
              <a:defRPr sz="11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90000" y="1743695"/>
            <a:ext cx="3602586" cy="2564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934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377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013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697" y="318241"/>
            <a:ext cx="2733110" cy="1113843"/>
          </a:xfrm>
        </p:spPr>
        <p:txBody>
          <a:bodyPr anchor="b"/>
          <a:lstStyle>
            <a:lvl1pPr>
              <a:defRPr sz="22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2586" y="687312"/>
            <a:ext cx="4290000" cy="3392359"/>
          </a:xfrm>
        </p:spPr>
        <p:txBody>
          <a:bodyPr/>
          <a:lstStyle>
            <a:lvl1pPr>
              <a:defRPr sz="2224"/>
            </a:lvl1pPr>
            <a:lvl2pPr>
              <a:defRPr sz="1946"/>
            </a:lvl2pPr>
            <a:lvl3pPr>
              <a:defRPr sz="1668"/>
            </a:lvl3pPr>
            <a:lvl4pPr>
              <a:defRPr sz="1390"/>
            </a:lvl4pPr>
            <a:lvl5pPr>
              <a:defRPr sz="1390"/>
            </a:lvl5pPr>
            <a:lvl6pPr>
              <a:defRPr sz="1390"/>
            </a:lvl6pPr>
            <a:lvl7pPr>
              <a:defRPr sz="1390"/>
            </a:lvl7pPr>
            <a:lvl8pPr>
              <a:defRPr sz="1390"/>
            </a:lvl8pPr>
            <a:lvl9pPr>
              <a:defRPr sz="139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3697" y="1432084"/>
            <a:ext cx="2733110" cy="2653113"/>
          </a:xfrm>
        </p:spPr>
        <p:txBody>
          <a:bodyPr/>
          <a:lstStyle>
            <a:lvl1pPr marL="0" indent="0">
              <a:buNone/>
              <a:defRPr sz="1112"/>
            </a:lvl1pPr>
            <a:lvl2pPr marL="317800" indent="0">
              <a:buNone/>
              <a:defRPr sz="973"/>
            </a:lvl2pPr>
            <a:lvl3pPr marL="635599" indent="0">
              <a:buNone/>
              <a:defRPr sz="834"/>
            </a:lvl3pPr>
            <a:lvl4pPr marL="953399" indent="0">
              <a:buNone/>
              <a:defRPr sz="695"/>
            </a:lvl4pPr>
            <a:lvl5pPr marL="1271199" indent="0">
              <a:buNone/>
              <a:defRPr sz="695"/>
            </a:lvl5pPr>
            <a:lvl6pPr marL="1588999" indent="0">
              <a:buNone/>
              <a:defRPr sz="695"/>
            </a:lvl6pPr>
            <a:lvl7pPr marL="1906798" indent="0">
              <a:buNone/>
              <a:defRPr sz="695"/>
            </a:lvl7pPr>
            <a:lvl8pPr marL="2224598" indent="0">
              <a:buNone/>
              <a:defRPr sz="695"/>
            </a:lvl8pPr>
            <a:lvl9pPr marL="2542398" indent="0">
              <a:buNone/>
              <a:defRPr sz="69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937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697" y="318241"/>
            <a:ext cx="2733110" cy="1113843"/>
          </a:xfrm>
        </p:spPr>
        <p:txBody>
          <a:bodyPr anchor="b"/>
          <a:lstStyle>
            <a:lvl1pPr>
              <a:defRPr sz="22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02586" y="687312"/>
            <a:ext cx="4290000" cy="3392359"/>
          </a:xfrm>
        </p:spPr>
        <p:txBody>
          <a:bodyPr anchor="t"/>
          <a:lstStyle>
            <a:lvl1pPr marL="0" indent="0">
              <a:buNone/>
              <a:defRPr sz="2224"/>
            </a:lvl1pPr>
            <a:lvl2pPr marL="317800" indent="0">
              <a:buNone/>
              <a:defRPr sz="1946"/>
            </a:lvl2pPr>
            <a:lvl3pPr marL="635599" indent="0">
              <a:buNone/>
              <a:defRPr sz="1668"/>
            </a:lvl3pPr>
            <a:lvl4pPr marL="953399" indent="0">
              <a:buNone/>
              <a:defRPr sz="1390"/>
            </a:lvl4pPr>
            <a:lvl5pPr marL="1271199" indent="0">
              <a:buNone/>
              <a:defRPr sz="1390"/>
            </a:lvl5pPr>
            <a:lvl6pPr marL="1588999" indent="0">
              <a:buNone/>
              <a:defRPr sz="1390"/>
            </a:lvl6pPr>
            <a:lvl7pPr marL="1906798" indent="0">
              <a:buNone/>
              <a:defRPr sz="1390"/>
            </a:lvl7pPr>
            <a:lvl8pPr marL="2224598" indent="0">
              <a:buNone/>
              <a:defRPr sz="1390"/>
            </a:lvl8pPr>
            <a:lvl9pPr marL="2542398" indent="0">
              <a:buNone/>
              <a:defRPr sz="139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3697" y="1432084"/>
            <a:ext cx="2733110" cy="2653113"/>
          </a:xfrm>
        </p:spPr>
        <p:txBody>
          <a:bodyPr/>
          <a:lstStyle>
            <a:lvl1pPr marL="0" indent="0">
              <a:buNone/>
              <a:defRPr sz="1112"/>
            </a:lvl1pPr>
            <a:lvl2pPr marL="317800" indent="0">
              <a:buNone/>
              <a:defRPr sz="973"/>
            </a:lvl2pPr>
            <a:lvl3pPr marL="635599" indent="0">
              <a:buNone/>
              <a:defRPr sz="834"/>
            </a:lvl3pPr>
            <a:lvl4pPr marL="953399" indent="0">
              <a:buNone/>
              <a:defRPr sz="695"/>
            </a:lvl4pPr>
            <a:lvl5pPr marL="1271199" indent="0">
              <a:buNone/>
              <a:defRPr sz="695"/>
            </a:lvl5pPr>
            <a:lvl6pPr marL="1588999" indent="0">
              <a:buNone/>
              <a:defRPr sz="695"/>
            </a:lvl6pPr>
            <a:lvl7pPr marL="1906798" indent="0">
              <a:buNone/>
              <a:defRPr sz="695"/>
            </a:lvl7pPr>
            <a:lvl8pPr marL="2224598" indent="0">
              <a:buNone/>
              <a:defRPr sz="695"/>
            </a:lvl8pPr>
            <a:lvl9pPr marL="2542398" indent="0">
              <a:buNone/>
              <a:defRPr sz="69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813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232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64260" y="254151"/>
            <a:ext cx="1827222" cy="404541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2593" y="254151"/>
            <a:ext cx="5375741" cy="404541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289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593" y="254151"/>
            <a:ext cx="7308890" cy="922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593" y="1270753"/>
            <a:ext cx="7308890" cy="3028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2593" y="4424432"/>
            <a:ext cx="1906667" cy="25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5902D-BB37-6C49-B65D-6A118E49E45E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7038" y="4424432"/>
            <a:ext cx="2860000" cy="25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84815" y="4424432"/>
            <a:ext cx="1906667" cy="25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61F26-87A5-B540-9D47-8E894ED289C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98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35599" rtl="0" eaLnBrk="1" latinLnBrk="1" hangingPunct="1">
        <a:lnSpc>
          <a:spcPct val="90000"/>
        </a:lnSpc>
        <a:spcBef>
          <a:spcPct val="0"/>
        </a:spcBef>
        <a:buNone/>
        <a:defRPr sz="30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900" indent="-158900" algn="l" defTabSz="635599" rtl="0" eaLnBrk="1" latinLnBrk="1" hangingPunct="1">
        <a:lnSpc>
          <a:spcPct val="90000"/>
        </a:lnSpc>
        <a:spcBef>
          <a:spcPts val="695"/>
        </a:spcBef>
        <a:buFont typeface="Arial" panose="020B0604020202020204" pitchFamily="34" charset="0"/>
        <a:buChar char="•"/>
        <a:defRPr sz="1946" kern="1200">
          <a:solidFill>
            <a:schemeClr val="tx1"/>
          </a:solidFill>
          <a:latin typeface="+mn-lt"/>
          <a:ea typeface="+mn-ea"/>
          <a:cs typeface="+mn-cs"/>
        </a:defRPr>
      </a:lvl1pPr>
      <a:lvl2pPr marL="476700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2pPr>
      <a:lvl3pPr marL="794499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3pPr>
      <a:lvl4pPr marL="1112299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251" kern="1200">
          <a:solidFill>
            <a:schemeClr val="tx1"/>
          </a:solidFill>
          <a:latin typeface="+mn-lt"/>
          <a:ea typeface="+mn-ea"/>
          <a:cs typeface="+mn-cs"/>
        </a:defRPr>
      </a:lvl4pPr>
      <a:lvl5pPr marL="1430099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251" kern="1200">
          <a:solidFill>
            <a:schemeClr val="tx1"/>
          </a:solidFill>
          <a:latin typeface="+mn-lt"/>
          <a:ea typeface="+mn-ea"/>
          <a:cs typeface="+mn-cs"/>
        </a:defRPr>
      </a:lvl5pPr>
      <a:lvl6pPr marL="1747898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251" kern="1200">
          <a:solidFill>
            <a:schemeClr val="tx1"/>
          </a:solidFill>
          <a:latin typeface="+mn-lt"/>
          <a:ea typeface="+mn-ea"/>
          <a:cs typeface="+mn-cs"/>
        </a:defRPr>
      </a:lvl6pPr>
      <a:lvl7pPr marL="2065698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251" kern="1200">
          <a:solidFill>
            <a:schemeClr val="tx1"/>
          </a:solidFill>
          <a:latin typeface="+mn-lt"/>
          <a:ea typeface="+mn-ea"/>
          <a:cs typeface="+mn-cs"/>
        </a:defRPr>
      </a:lvl7pPr>
      <a:lvl8pPr marL="2383498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251" kern="1200">
          <a:solidFill>
            <a:schemeClr val="tx1"/>
          </a:solidFill>
          <a:latin typeface="+mn-lt"/>
          <a:ea typeface="+mn-ea"/>
          <a:cs typeface="+mn-cs"/>
        </a:defRPr>
      </a:lvl8pPr>
      <a:lvl9pPr marL="2701298" indent="-158900" algn="l" defTabSz="635599" rtl="0" eaLnBrk="1" latinLnBrk="1" hangingPunct="1">
        <a:lnSpc>
          <a:spcPct val="90000"/>
        </a:lnSpc>
        <a:spcBef>
          <a:spcPts val="348"/>
        </a:spcBef>
        <a:buFont typeface="Arial" panose="020B0604020202020204" pitchFamily="34" charset="0"/>
        <a:buChar char="•"/>
        <a:defRPr sz="12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1pPr>
      <a:lvl2pPr marL="317800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2pPr>
      <a:lvl3pPr marL="635599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3pPr>
      <a:lvl4pPr marL="953399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4pPr>
      <a:lvl5pPr marL="1271199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5pPr>
      <a:lvl6pPr marL="1588999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6pPr>
      <a:lvl7pPr marL="1906798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7pPr>
      <a:lvl8pPr marL="2224598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8pPr>
      <a:lvl9pPr marL="2542398" algn="l" defTabSz="635599" rtl="0" eaLnBrk="1" latinLnBrk="1" hangingPunct="1">
        <a:defRPr sz="12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9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9" Type="http://schemas.openxmlformats.org/officeDocument/2006/relationships/image" Target="../media/image37.png"/><Relationship Id="rId21" Type="http://schemas.openxmlformats.org/officeDocument/2006/relationships/image" Target="NULL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7" Type="http://schemas.openxmlformats.org/officeDocument/2006/relationships/image" Target="NULL"/><Relationship Id="rId2" Type="http://schemas.openxmlformats.org/officeDocument/2006/relationships/notesSlide" Target="../notesSlides/notesSlide3.xml"/><Relationship Id="rId16" Type="http://schemas.openxmlformats.org/officeDocument/2006/relationships/image" Target="NULL"/><Relationship Id="rId29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10" Type="http://schemas.openxmlformats.org/officeDocument/2006/relationships/image" Target="NULL"/><Relationship Id="rId19" Type="http://schemas.openxmlformats.org/officeDocument/2006/relationships/image" Target="NULL"/><Relationship Id="rId31" Type="http://schemas.openxmlformats.org/officeDocument/2006/relationships/image" Target="NULL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NULL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NULL"/><Relationship Id="rId51" Type="http://schemas.openxmlformats.org/officeDocument/2006/relationships/image" Target="../media/image49.png"/><Relationship Id="rId3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NULL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7;p22">
            <a:extLst>
              <a:ext uri="{FF2B5EF4-FFF2-40B4-BE49-F238E27FC236}">
                <a16:creationId xmlns:a16="http://schemas.microsoft.com/office/drawing/2014/main" id="{7868E976-2209-77CB-EE51-2FE05CB474CA}"/>
              </a:ext>
            </a:extLst>
          </p:cNvPr>
          <p:cNvSpPr/>
          <p:nvPr/>
        </p:nvSpPr>
        <p:spPr>
          <a:xfrm>
            <a:off x="2595150" y="1060708"/>
            <a:ext cx="2515849" cy="2749984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15875">
            <a:solidFill>
              <a:srgbClr val="FFFFFF">
                <a:lumMod val="85000"/>
              </a:srgbClr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sz="1200" kern="0"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76D872E2-D578-27F1-2E70-0C87FF3ECAA8}"/>
              </a:ext>
            </a:extLst>
          </p:cNvPr>
          <p:cNvSpPr/>
          <p:nvPr/>
        </p:nvSpPr>
        <p:spPr>
          <a:xfrm>
            <a:off x="2179555" y="3119005"/>
            <a:ext cx="647669" cy="1634362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41062 w 844997"/>
              <a:gd name="connsiteY0" fmla="*/ 0 h 3046505"/>
              <a:gd name="connsiteX1" fmla="*/ 844997 w 844997"/>
              <a:gd name="connsiteY1" fmla="*/ 1899129 h 3046505"/>
              <a:gd name="connsiteX2" fmla="*/ 844997 w 844997"/>
              <a:gd name="connsiteY2" fmla="*/ 2498334 h 3046505"/>
              <a:gd name="connsiteX3" fmla="*/ 0 w 844997"/>
              <a:gd name="connsiteY3" fmla="*/ 3046505 h 3046505"/>
              <a:gd name="connsiteX4" fmla="*/ 41062 w 844997"/>
              <a:gd name="connsiteY4" fmla="*/ 0 h 3046505"/>
              <a:gd name="connsiteX0" fmla="*/ 15662 w 844997"/>
              <a:gd name="connsiteY0" fmla="*/ 0 h 3165982"/>
              <a:gd name="connsiteX1" fmla="*/ 844997 w 844997"/>
              <a:gd name="connsiteY1" fmla="*/ 2018606 h 3165982"/>
              <a:gd name="connsiteX2" fmla="*/ 844997 w 844997"/>
              <a:gd name="connsiteY2" fmla="*/ 2617811 h 3165982"/>
              <a:gd name="connsiteX3" fmla="*/ 0 w 844997"/>
              <a:gd name="connsiteY3" fmla="*/ 3165982 h 3165982"/>
              <a:gd name="connsiteX4" fmla="*/ 15662 w 844997"/>
              <a:gd name="connsiteY4" fmla="*/ 0 h 3165982"/>
              <a:gd name="connsiteX0" fmla="*/ 15662 w 844997"/>
              <a:gd name="connsiteY0" fmla="*/ 0 h 3165982"/>
              <a:gd name="connsiteX1" fmla="*/ 806897 w 844997"/>
              <a:gd name="connsiteY1" fmla="*/ 511363 h 3165982"/>
              <a:gd name="connsiteX2" fmla="*/ 844997 w 844997"/>
              <a:gd name="connsiteY2" fmla="*/ 2617811 h 3165982"/>
              <a:gd name="connsiteX3" fmla="*/ 0 w 844997"/>
              <a:gd name="connsiteY3" fmla="*/ 3165982 h 3165982"/>
              <a:gd name="connsiteX4" fmla="*/ 15662 w 844997"/>
              <a:gd name="connsiteY4" fmla="*/ 0 h 3165982"/>
              <a:gd name="connsiteX0" fmla="*/ 15662 w 810072"/>
              <a:gd name="connsiteY0" fmla="*/ 0 h 3165982"/>
              <a:gd name="connsiteX1" fmla="*/ 806897 w 810072"/>
              <a:gd name="connsiteY1" fmla="*/ 511363 h 3165982"/>
              <a:gd name="connsiteX2" fmla="*/ 810072 w 810072"/>
              <a:gd name="connsiteY2" fmla="*/ 1432235 h 3165982"/>
              <a:gd name="connsiteX3" fmla="*/ 0 w 810072"/>
              <a:gd name="connsiteY3" fmla="*/ 3165982 h 3165982"/>
              <a:gd name="connsiteX4" fmla="*/ 15662 w 810072"/>
              <a:gd name="connsiteY4" fmla="*/ 0 h 3165982"/>
              <a:gd name="connsiteX0" fmla="*/ 15662 w 810072"/>
              <a:gd name="connsiteY0" fmla="*/ 0 h 3165982"/>
              <a:gd name="connsiteX1" fmla="*/ 806897 w 810072"/>
              <a:gd name="connsiteY1" fmla="*/ 511363 h 3165982"/>
              <a:gd name="connsiteX2" fmla="*/ 810072 w 810072"/>
              <a:gd name="connsiteY2" fmla="*/ 1404663 h 3165982"/>
              <a:gd name="connsiteX3" fmla="*/ 0 w 810072"/>
              <a:gd name="connsiteY3" fmla="*/ 3165982 h 3165982"/>
              <a:gd name="connsiteX4" fmla="*/ 15662 w 810072"/>
              <a:gd name="connsiteY4" fmla="*/ 0 h 3165982"/>
              <a:gd name="connsiteX0" fmla="*/ 15662 w 810072"/>
              <a:gd name="connsiteY0" fmla="*/ 0 h 3165982"/>
              <a:gd name="connsiteX1" fmla="*/ 806897 w 810072"/>
              <a:gd name="connsiteY1" fmla="*/ 511363 h 3165982"/>
              <a:gd name="connsiteX2" fmla="*/ 810072 w 810072"/>
              <a:gd name="connsiteY2" fmla="*/ 1413854 h 3165982"/>
              <a:gd name="connsiteX3" fmla="*/ 0 w 810072"/>
              <a:gd name="connsiteY3" fmla="*/ 3165982 h 3165982"/>
              <a:gd name="connsiteX4" fmla="*/ 15662 w 810072"/>
              <a:gd name="connsiteY4" fmla="*/ 0 h 3165982"/>
              <a:gd name="connsiteX0" fmla="*/ 208 w 794618"/>
              <a:gd name="connsiteY0" fmla="*/ 0 h 3110839"/>
              <a:gd name="connsiteX1" fmla="*/ 791443 w 794618"/>
              <a:gd name="connsiteY1" fmla="*/ 511363 h 3110839"/>
              <a:gd name="connsiteX2" fmla="*/ 794618 w 794618"/>
              <a:gd name="connsiteY2" fmla="*/ 1413854 h 3110839"/>
              <a:gd name="connsiteX3" fmla="*/ 9946 w 794618"/>
              <a:gd name="connsiteY3" fmla="*/ 3110839 h 3110839"/>
              <a:gd name="connsiteX4" fmla="*/ 208 w 794618"/>
              <a:gd name="connsiteY4" fmla="*/ 0 h 3110839"/>
              <a:gd name="connsiteX0" fmla="*/ 77 w 819887"/>
              <a:gd name="connsiteY0" fmla="*/ 0 h 3147601"/>
              <a:gd name="connsiteX1" fmla="*/ 816712 w 819887"/>
              <a:gd name="connsiteY1" fmla="*/ 548125 h 3147601"/>
              <a:gd name="connsiteX2" fmla="*/ 819887 w 819887"/>
              <a:gd name="connsiteY2" fmla="*/ 1450616 h 3147601"/>
              <a:gd name="connsiteX3" fmla="*/ 35215 w 819887"/>
              <a:gd name="connsiteY3" fmla="*/ 3147601 h 3147601"/>
              <a:gd name="connsiteX4" fmla="*/ 77 w 819887"/>
              <a:gd name="connsiteY4" fmla="*/ 0 h 3147601"/>
              <a:gd name="connsiteX0" fmla="*/ 127 w 819937"/>
              <a:gd name="connsiteY0" fmla="*/ 0 h 3193554"/>
              <a:gd name="connsiteX1" fmla="*/ 816762 w 819937"/>
              <a:gd name="connsiteY1" fmla="*/ 548125 h 3193554"/>
              <a:gd name="connsiteX2" fmla="*/ 819937 w 819937"/>
              <a:gd name="connsiteY2" fmla="*/ 1450616 h 3193554"/>
              <a:gd name="connsiteX3" fmla="*/ 19390 w 819937"/>
              <a:gd name="connsiteY3" fmla="*/ 3193554 h 3193554"/>
              <a:gd name="connsiteX4" fmla="*/ 127 w 819937"/>
              <a:gd name="connsiteY4" fmla="*/ 0 h 3193554"/>
              <a:gd name="connsiteX0" fmla="*/ 2962 w 822772"/>
              <a:gd name="connsiteY0" fmla="*/ 0 h 2605361"/>
              <a:gd name="connsiteX1" fmla="*/ 819597 w 822772"/>
              <a:gd name="connsiteY1" fmla="*/ 548125 h 2605361"/>
              <a:gd name="connsiteX2" fmla="*/ 822772 w 822772"/>
              <a:gd name="connsiteY2" fmla="*/ 1450616 h 2605361"/>
              <a:gd name="connsiteX3" fmla="*/ 0 w 822772"/>
              <a:gd name="connsiteY3" fmla="*/ 2605361 h 2605361"/>
              <a:gd name="connsiteX4" fmla="*/ 2962 w 822772"/>
              <a:gd name="connsiteY4" fmla="*/ 0 h 2605361"/>
              <a:gd name="connsiteX0" fmla="*/ 18837 w 822772"/>
              <a:gd name="connsiteY0" fmla="*/ 0 h 3846080"/>
              <a:gd name="connsiteX1" fmla="*/ 819597 w 822772"/>
              <a:gd name="connsiteY1" fmla="*/ 1788844 h 3846080"/>
              <a:gd name="connsiteX2" fmla="*/ 822772 w 822772"/>
              <a:gd name="connsiteY2" fmla="*/ 2691335 h 3846080"/>
              <a:gd name="connsiteX3" fmla="*/ 0 w 822772"/>
              <a:gd name="connsiteY3" fmla="*/ 3846080 h 3846080"/>
              <a:gd name="connsiteX4" fmla="*/ 18837 w 822772"/>
              <a:gd name="connsiteY4" fmla="*/ 0 h 3846080"/>
              <a:gd name="connsiteX0" fmla="*/ 54 w 875194"/>
              <a:gd name="connsiteY0" fmla="*/ 0 h 5031656"/>
              <a:gd name="connsiteX1" fmla="*/ 872019 w 875194"/>
              <a:gd name="connsiteY1" fmla="*/ 2974420 h 5031656"/>
              <a:gd name="connsiteX2" fmla="*/ 875194 w 875194"/>
              <a:gd name="connsiteY2" fmla="*/ 3876911 h 5031656"/>
              <a:gd name="connsiteX3" fmla="*/ 52422 w 875194"/>
              <a:gd name="connsiteY3" fmla="*/ 5031656 h 5031656"/>
              <a:gd name="connsiteX4" fmla="*/ 54 w 875194"/>
              <a:gd name="connsiteY4" fmla="*/ 0 h 5031656"/>
              <a:gd name="connsiteX0" fmla="*/ 62350 w 822772"/>
              <a:gd name="connsiteY0" fmla="*/ 0 h 4636464"/>
              <a:gd name="connsiteX1" fmla="*/ 819597 w 822772"/>
              <a:gd name="connsiteY1" fmla="*/ 2579228 h 4636464"/>
              <a:gd name="connsiteX2" fmla="*/ 822772 w 822772"/>
              <a:gd name="connsiteY2" fmla="*/ 3481719 h 4636464"/>
              <a:gd name="connsiteX3" fmla="*/ 0 w 822772"/>
              <a:gd name="connsiteY3" fmla="*/ 4636464 h 4636464"/>
              <a:gd name="connsiteX4" fmla="*/ 62350 w 822772"/>
              <a:gd name="connsiteY4" fmla="*/ 0 h 4636464"/>
              <a:gd name="connsiteX0" fmla="*/ 169157 w 929579"/>
              <a:gd name="connsiteY0" fmla="*/ 0 h 5417657"/>
              <a:gd name="connsiteX1" fmla="*/ 926404 w 929579"/>
              <a:gd name="connsiteY1" fmla="*/ 2579228 h 5417657"/>
              <a:gd name="connsiteX2" fmla="*/ 929579 w 929579"/>
              <a:gd name="connsiteY2" fmla="*/ 3481719 h 5417657"/>
              <a:gd name="connsiteX3" fmla="*/ 0 w 929579"/>
              <a:gd name="connsiteY3" fmla="*/ 5417657 h 5417657"/>
              <a:gd name="connsiteX4" fmla="*/ 169157 w 929579"/>
              <a:gd name="connsiteY4" fmla="*/ 0 h 5417657"/>
              <a:gd name="connsiteX0" fmla="*/ 46527 w 806949"/>
              <a:gd name="connsiteY0" fmla="*/ 0 h 5160323"/>
              <a:gd name="connsiteX1" fmla="*/ 803774 w 806949"/>
              <a:gd name="connsiteY1" fmla="*/ 2579228 h 5160323"/>
              <a:gd name="connsiteX2" fmla="*/ 806949 w 806949"/>
              <a:gd name="connsiteY2" fmla="*/ 3481719 h 5160323"/>
              <a:gd name="connsiteX3" fmla="*/ 0 w 806949"/>
              <a:gd name="connsiteY3" fmla="*/ 5160323 h 5160323"/>
              <a:gd name="connsiteX4" fmla="*/ 46527 w 806949"/>
              <a:gd name="connsiteY4" fmla="*/ 0 h 5160323"/>
              <a:gd name="connsiteX0" fmla="*/ 61 w 851625"/>
              <a:gd name="connsiteY0" fmla="*/ 0 h 5495152"/>
              <a:gd name="connsiteX1" fmla="*/ 848450 w 851625"/>
              <a:gd name="connsiteY1" fmla="*/ 2914057 h 5495152"/>
              <a:gd name="connsiteX2" fmla="*/ 851625 w 851625"/>
              <a:gd name="connsiteY2" fmla="*/ 3816548 h 5495152"/>
              <a:gd name="connsiteX3" fmla="*/ 44676 w 851625"/>
              <a:gd name="connsiteY3" fmla="*/ 5495152 h 5495152"/>
              <a:gd name="connsiteX4" fmla="*/ 61 w 851625"/>
              <a:gd name="connsiteY4" fmla="*/ 0 h 5495152"/>
              <a:gd name="connsiteX0" fmla="*/ 40831 w 806949"/>
              <a:gd name="connsiteY0" fmla="*/ 0 h 5203997"/>
              <a:gd name="connsiteX1" fmla="*/ 803774 w 806949"/>
              <a:gd name="connsiteY1" fmla="*/ 2622902 h 5203997"/>
              <a:gd name="connsiteX2" fmla="*/ 806949 w 806949"/>
              <a:gd name="connsiteY2" fmla="*/ 3525393 h 5203997"/>
              <a:gd name="connsiteX3" fmla="*/ 0 w 806949"/>
              <a:gd name="connsiteY3" fmla="*/ 5203997 h 5203997"/>
              <a:gd name="connsiteX4" fmla="*/ 40831 w 806949"/>
              <a:gd name="connsiteY4" fmla="*/ 0 h 5203997"/>
              <a:gd name="connsiteX0" fmla="*/ 40831 w 803850"/>
              <a:gd name="connsiteY0" fmla="*/ 0 h 5203997"/>
              <a:gd name="connsiteX1" fmla="*/ 803774 w 803850"/>
              <a:gd name="connsiteY1" fmla="*/ 2622902 h 5203997"/>
              <a:gd name="connsiteX2" fmla="*/ 795556 w 803850"/>
              <a:gd name="connsiteY2" fmla="*/ 3583623 h 5203997"/>
              <a:gd name="connsiteX3" fmla="*/ 0 w 803850"/>
              <a:gd name="connsiteY3" fmla="*/ 5203997 h 5203997"/>
              <a:gd name="connsiteX4" fmla="*/ 40831 w 803850"/>
              <a:gd name="connsiteY4" fmla="*/ 0 h 5203997"/>
              <a:gd name="connsiteX0" fmla="*/ 40831 w 806949"/>
              <a:gd name="connsiteY0" fmla="*/ 0 h 5203997"/>
              <a:gd name="connsiteX1" fmla="*/ 803774 w 806949"/>
              <a:gd name="connsiteY1" fmla="*/ 2622902 h 5203997"/>
              <a:gd name="connsiteX2" fmla="*/ 806949 w 806949"/>
              <a:gd name="connsiteY2" fmla="*/ 3583623 h 5203997"/>
              <a:gd name="connsiteX3" fmla="*/ 0 w 806949"/>
              <a:gd name="connsiteY3" fmla="*/ 5203997 h 5203997"/>
              <a:gd name="connsiteX4" fmla="*/ 40831 w 806949"/>
              <a:gd name="connsiteY4" fmla="*/ 0 h 520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6949" h="5203997">
                <a:moveTo>
                  <a:pt x="40831" y="0"/>
                </a:moveTo>
                <a:cubicBezTo>
                  <a:pt x="293247" y="859743"/>
                  <a:pt x="551358" y="1763159"/>
                  <a:pt x="803774" y="2622902"/>
                </a:cubicBezTo>
                <a:cubicBezTo>
                  <a:pt x="804832" y="2929859"/>
                  <a:pt x="805891" y="3276666"/>
                  <a:pt x="806949" y="3583623"/>
                </a:cubicBezTo>
                <a:lnTo>
                  <a:pt x="0" y="5203997"/>
                </a:lnTo>
                <a:cubicBezTo>
                  <a:pt x="2046" y="4191406"/>
                  <a:pt x="38785" y="1012591"/>
                  <a:pt x="4083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1200" kern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512" name="자유형 511">
            <a:extLst>
              <a:ext uri="{FF2B5EF4-FFF2-40B4-BE49-F238E27FC236}">
                <a16:creationId xmlns:a16="http://schemas.microsoft.com/office/drawing/2014/main" id="{024D2C41-4A61-49D7-775E-A0DDC160CE47}"/>
              </a:ext>
            </a:extLst>
          </p:cNvPr>
          <p:cNvSpPr/>
          <p:nvPr/>
        </p:nvSpPr>
        <p:spPr>
          <a:xfrm>
            <a:off x="2168617" y="71655"/>
            <a:ext cx="857697" cy="2849689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145 w 826305"/>
              <a:gd name="connsiteY0" fmla="*/ 0 h 3251082"/>
              <a:gd name="connsiteX1" fmla="*/ 826305 w 826305"/>
              <a:gd name="connsiteY1" fmla="*/ 2149659 h 3251082"/>
              <a:gd name="connsiteX2" fmla="*/ 826305 w 826305"/>
              <a:gd name="connsiteY2" fmla="*/ 2748864 h 3251082"/>
              <a:gd name="connsiteX3" fmla="*/ 16233 w 826305"/>
              <a:gd name="connsiteY3" fmla="*/ 3251082 h 3251082"/>
              <a:gd name="connsiteX4" fmla="*/ 145 w 826305"/>
              <a:gd name="connsiteY4" fmla="*/ 0 h 3251082"/>
              <a:gd name="connsiteX0" fmla="*/ 12487 w 810072"/>
              <a:gd name="connsiteY0" fmla="*/ 0 h 3176851"/>
              <a:gd name="connsiteX1" fmla="*/ 810072 w 810072"/>
              <a:gd name="connsiteY1" fmla="*/ 2075428 h 3176851"/>
              <a:gd name="connsiteX2" fmla="*/ 810072 w 810072"/>
              <a:gd name="connsiteY2" fmla="*/ 2674633 h 3176851"/>
              <a:gd name="connsiteX3" fmla="*/ 0 w 810072"/>
              <a:gd name="connsiteY3" fmla="*/ 3176851 h 3176851"/>
              <a:gd name="connsiteX4" fmla="*/ 12487 w 810072"/>
              <a:gd name="connsiteY4" fmla="*/ 0 h 3176851"/>
              <a:gd name="connsiteX0" fmla="*/ 145837 w 943422"/>
              <a:gd name="connsiteY0" fmla="*/ 0 h 3074783"/>
              <a:gd name="connsiteX1" fmla="*/ 943422 w 943422"/>
              <a:gd name="connsiteY1" fmla="*/ 2075428 h 3074783"/>
              <a:gd name="connsiteX2" fmla="*/ 943422 w 943422"/>
              <a:gd name="connsiteY2" fmla="*/ 2674633 h 3074783"/>
              <a:gd name="connsiteX3" fmla="*/ 0 w 943422"/>
              <a:gd name="connsiteY3" fmla="*/ 3074783 h 3074783"/>
              <a:gd name="connsiteX4" fmla="*/ 145837 w 943422"/>
              <a:gd name="connsiteY4" fmla="*/ 0 h 3074783"/>
              <a:gd name="connsiteX0" fmla="*/ 60112 w 857697"/>
              <a:gd name="connsiteY0" fmla="*/ 0 h 3037667"/>
              <a:gd name="connsiteX1" fmla="*/ 857697 w 857697"/>
              <a:gd name="connsiteY1" fmla="*/ 2075428 h 3037667"/>
              <a:gd name="connsiteX2" fmla="*/ 857697 w 857697"/>
              <a:gd name="connsiteY2" fmla="*/ 2674633 h 3037667"/>
              <a:gd name="connsiteX3" fmla="*/ 0 w 857697"/>
              <a:gd name="connsiteY3" fmla="*/ 3037667 h 3037667"/>
              <a:gd name="connsiteX4" fmla="*/ 60112 w 857697"/>
              <a:gd name="connsiteY4" fmla="*/ 0 h 3037667"/>
              <a:gd name="connsiteX0" fmla="*/ 12487 w 857697"/>
              <a:gd name="connsiteY0" fmla="*/ 0 h 3161385"/>
              <a:gd name="connsiteX1" fmla="*/ 857697 w 857697"/>
              <a:gd name="connsiteY1" fmla="*/ 2199146 h 3161385"/>
              <a:gd name="connsiteX2" fmla="*/ 857697 w 857697"/>
              <a:gd name="connsiteY2" fmla="*/ 2798351 h 3161385"/>
              <a:gd name="connsiteX3" fmla="*/ 0 w 857697"/>
              <a:gd name="connsiteY3" fmla="*/ 3161385 h 3161385"/>
              <a:gd name="connsiteX4" fmla="*/ 12487 w 857697"/>
              <a:gd name="connsiteY4" fmla="*/ 0 h 3161385"/>
              <a:gd name="connsiteX0" fmla="*/ 50587 w 857697"/>
              <a:gd name="connsiteY0" fmla="*/ 0 h 3065503"/>
              <a:gd name="connsiteX1" fmla="*/ 857697 w 857697"/>
              <a:gd name="connsiteY1" fmla="*/ 2103264 h 3065503"/>
              <a:gd name="connsiteX2" fmla="*/ 857697 w 857697"/>
              <a:gd name="connsiteY2" fmla="*/ 2702469 h 3065503"/>
              <a:gd name="connsiteX3" fmla="*/ 0 w 857697"/>
              <a:gd name="connsiteY3" fmla="*/ 3065503 h 3065503"/>
              <a:gd name="connsiteX4" fmla="*/ 50587 w 857697"/>
              <a:gd name="connsiteY4" fmla="*/ 0 h 3065503"/>
              <a:gd name="connsiteX0" fmla="*/ 22 w 990012"/>
              <a:gd name="connsiteY0" fmla="*/ 0 h 2879331"/>
              <a:gd name="connsiteX1" fmla="*/ 990012 w 990012"/>
              <a:gd name="connsiteY1" fmla="*/ 1917092 h 2879331"/>
              <a:gd name="connsiteX2" fmla="*/ 990012 w 990012"/>
              <a:gd name="connsiteY2" fmla="*/ 2516297 h 2879331"/>
              <a:gd name="connsiteX3" fmla="*/ 132315 w 990012"/>
              <a:gd name="connsiteY3" fmla="*/ 2879331 h 2879331"/>
              <a:gd name="connsiteX4" fmla="*/ 22 w 990012"/>
              <a:gd name="connsiteY4" fmla="*/ 0 h 2879331"/>
              <a:gd name="connsiteX0" fmla="*/ 167 w 871285"/>
              <a:gd name="connsiteY0" fmla="*/ 0 h 3227178"/>
              <a:gd name="connsiteX1" fmla="*/ 871285 w 871285"/>
              <a:gd name="connsiteY1" fmla="*/ 2264939 h 3227178"/>
              <a:gd name="connsiteX2" fmla="*/ 871285 w 871285"/>
              <a:gd name="connsiteY2" fmla="*/ 2864144 h 3227178"/>
              <a:gd name="connsiteX3" fmla="*/ 13588 w 871285"/>
              <a:gd name="connsiteY3" fmla="*/ 3227178 h 3227178"/>
              <a:gd name="connsiteX4" fmla="*/ 167 w 871285"/>
              <a:gd name="connsiteY4" fmla="*/ 0 h 3227178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697" h="3053663">
                <a:moveTo>
                  <a:pt x="53254" y="0"/>
                </a:moveTo>
                <a:lnTo>
                  <a:pt x="857697" y="2091424"/>
                </a:lnTo>
                <a:lnTo>
                  <a:pt x="857697" y="2690629"/>
                </a:lnTo>
                <a:lnTo>
                  <a:pt x="0" y="3053663"/>
                </a:lnTo>
                <a:cubicBezTo>
                  <a:pt x="14746" y="2275828"/>
                  <a:pt x="35333" y="1026200"/>
                  <a:pt x="5325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1400" kern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513" name="자유형 512">
            <a:extLst>
              <a:ext uri="{FF2B5EF4-FFF2-40B4-BE49-F238E27FC236}">
                <a16:creationId xmlns:a16="http://schemas.microsoft.com/office/drawing/2014/main" id="{8A9EFA60-72E7-0EDA-3AAD-7CE7BE334F87}"/>
              </a:ext>
            </a:extLst>
          </p:cNvPr>
          <p:cNvSpPr/>
          <p:nvPr/>
        </p:nvSpPr>
        <p:spPr>
          <a:xfrm rot="10800000">
            <a:off x="4394407" y="11635"/>
            <a:ext cx="1125357" cy="3681135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6137 w 828515"/>
              <a:gd name="connsiteY0" fmla="*/ 0 h 3000552"/>
              <a:gd name="connsiteX1" fmla="*/ 810072 w 828515"/>
              <a:gd name="connsiteY1" fmla="*/ 1899129 h 3000552"/>
              <a:gd name="connsiteX2" fmla="*/ 828515 w 828515"/>
              <a:gd name="connsiteY2" fmla="*/ 2664584 h 3000552"/>
              <a:gd name="connsiteX3" fmla="*/ 0 w 828515"/>
              <a:gd name="connsiteY3" fmla="*/ 3000552 h 3000552"/>
              <a:gd name="connsiteX4" fmla="*/ 6137 w 828515"/>
              <a:gd name="connsiteY4" fmla="*/ 0 h 3000552"/>
              <a:gd name="connsiteX0" fmla="*/ 6137 w 843372"/>
              <a:gd name="connsiteY0" fmla="*/ 0 h 3000552"/>
              <a:gd name="connsiteX1" fmla="*/ 843372 w 843372"/>
              <a:gd name="connsiteY1" fmla="*/ 2445265 h 3000552"/>
              <a:gd name="connsiteX2" fmla="*/ 828515 w 843372"/>
              <a:gd name="connsiteY2" fmla="*/ 2664584 h 3000552"/>
              <a:gd name="connsiteX3" fmla="*/ 0 w 843372"/>
              <a:gd name="connsiteY3" fmla="*/ 3000552 h 3000552"/>
              <a:gd name="connsiteX4" fmla="*/ 6137 w 843372"/>
              <a:gd name="connsiteY4" fmla="*/ 0 h 3000552"/>
              <a:gd name="connsiteX0" fmla="*/ 6137 w 843372"/>
              <a:gd name="connsiteY0" fmla="*/ 0 h 3000552"/>
              <a:gd name="connsiteX1" fmla="*/ 843372 w 843372"/>
              <a:gd name="connsiteY1" fmla="*/ 2445265 h 3000552"/>
              <a:gd name="connsiteX2" fmla="*/ 838761 w 843372"/>
              <a:gd name="connsiteY2" fmla="*/ 2668600 h 3000552"/>
              <a:gd name="connsiteX3" fmla="*/ 0 w 843372"/>
              <a:gd name="connsiteY3" fmla="*/ 3000552 h 3000552"/>
              <a:gd name="connsiteX4" fmla="*/ 6137 w 843372"/>
              <a:gd name="connsiteY4" fmla="*/ 0 h 3000552"/>
              <a:gd name="connsiteX0" fmla="*/ 6137 w 843884"/>
              <a:gd name="connsiteY0" fmla="*/ 0 h 3000552"/>
              <a:gd name="connsiteX1" fmla="*/ 843372 w 843884"/>
              <a:gd name="connsiteY1" fmla="*/ 2445265 h 3000552"/>
              <a:gd name="connsiteX2" fmla="*/ 843884 w 843884"/>
              <a:gd name="connsiteY2" fmla="*/ 2670608 h 3000552"/>
              <a:gd name="connsiteX3" fmla="*/ 0 w 843884"/>
              <a:gd name="connsiteY3" fmla="*/ 3000552 h 3000552"/>
              <a:gd name="connsiteX4" fmla="*/ 6137 w 843884"/>
              <a:gd name="connsiteY4" fmla="*/ 0 h 3000552"/>
              <a:gd name="connsiteX0" fmla="*/ 134214 w 971961"/>
              <a:gd name="connsiteY0" fmla="*/ 0 h 2908191"/>
              <a:gd name="connsiteX1" fmla="*/ 971449 w 971961"/>
              <a:gd name="connsiteY1" fmla="*/ 2445265 h 2908191"/>
              <a:gd name="connsiteX2" fmla="*/ 971961 w 971961"/>
              <a:gd name="connsiteY2" fmla="*/ 2670608 h 2908191"/>
              <a:gd name="connsiteX3" fmla="*/ 0 w 971961"/>
              <a:gd name="connsiteY3" fmla="*/ 2908191 h 2908191"/>
              <a:gd name="connsiteX4" fmla="*/ 134214 w 971961"/>
              <a:gd name="connsiteY4" fmla="*/ 0 h 2908191"/>
              <a:gd name="connsiteX0" fmla="*/ 108598 w 971961"/>
              <a:gd name="connsiteY0" fmla="*/ 0 h 2952364"/>
              <a:gd name="connsiteX1" fmla="*/ 971449 w 971961"/>
              <a:gd name="connsiteY1" fmla="*/ 2489438 h 2952364"/>
              <a:gd name="connsiteX2" fmla="*/ 971961 w 971961"/>
              <a:gd name="connsiteY2" fmla="*/ 2714781 h 2952364"/>
              <a:gd name="connsiteX3" fmla="*/ 0 w 971961"/>
              <a:gd name="connsiteY3" fmla="*/ 2952364 h 2952364"/>
              <a:gd name="connsiteX4" fmla="*/ 108598 w 971961"/>
              <a:gd name="connsiteY4" fmla="*/ 0 h 2952364"/>
              <a:gd name="connsiteX0" fmla="*/ 108598 w 971961"/>
              <a:gd name="connsiteY0" fmla="*/ 0 h 2952364"/>
              <a:gd name="connsiteX1" fmla="*/ 971449 w 971961"/>
              <a:gd name="connsiteY1" fmla="*/ 2489438 h 2952364"/>
              <a:gd name="connsiteX2" fmla="*/ 971961 w 971961"/>
              <a:gd name="connsiteY2" fmla="*/ 2629140 h 2952364"/>
              <a:gd name="connsiteX3" fmla="*/ 0 w 971961"/>
              <a:gd name="connsiteY3" fmla="*/ 2952364 h 2952364"/>
              <a:gd name="connsiteX4" fmla="*/ 108598 w 971961"/>
              <a:gd name="connsiteY4" fmla="*/ 0 h 2952364"/>
              <a:gd name="connsiteX0" fmla="*/ 108598 w 971961"/>
              <a:gd name="connsiteY0" fmla="*/ 0 h 2952364"/>
              <a:gd name="connsiteX1" fmla="*/ 971449 w 971961"/>
              <a:gd name="connsiteY1" fmla="*/ 2370059 h 2952364"/>
              <a:gd name="connsiteX2" fmla="*/ 971961 w 971961"/>
              <a:gd name="connsiteY2" fmla="*/ 2629140 h 2952364"/>
              <a:gd name="connsiteX3" fmla="*/ 0 w 971961"/>
              <a:gd name="connsiteY3" fmla="*/ 2952364 h 2952364"/>
              <a:gd name="connsiteX4" fmla="*/ 108598 w 971961"/>
              <a:gd name="connsiteY4" fmla="*/ 0 h 2952364"/>
              <a:gd name="connsiteX0" fmla="*/ 82983 w 946346"/>
              <a:gd name="connsiteY0" fmla="*/ 0 h 2965340"/>
              <a:gd name="connsiteX1" fmla="*/ 945834 w 946346"/>
              <a:gd name="connsiteY1" fmla="*/ 2370059 h 2965340"/>
              <a:gd name="connsiteX2" fmla="*/ 946346 w 946346"/>
              <a:gd name="connsiteY2" fmla="*/ 2629140 h 2965340"/>
              <a:gd name="connsiteX3" fmla="*/ 0 w 946346"/>
              <a:gd name="connsiteY3" fmla="*/ 2965340 h 2965340"/>
              <a:gd name="connsiteX4" fmla="*/ 82983 w 946346"/>
              <a:gd name="connsiteY4" fmla="*/ 0 h 2965340"/>
              <a:gd name="connsiteX0" fmla="*/ 72737 w 946346"/>
              <a:gd name="connsiteY0" fmla="*/ 0 h 2926412"/>
              <a:gd name="connsiteX1" fmla="*/ 945834 w 946346"/>
              <a:gd name="connsiteY1" fmla="*/ 2331131 h 2926412"/>
              <a:gd name="connsiteX2" fmla="*/ 946346 w 946346"/>
              <a:gd name="connsiteY2" fmla="*/ 2590212 h 2926412"/>
              <a:gd name="connsiteX3" fmla="*/ 0 w 946346"/>
              <a:gd name="connsiteY3" fmla="*/ 2926412 h 2926412"/>
              <a:gd name="connsiteX4" fmla="*/ 72737 w 946346"/>
              <a:gd name="connsiteY4" fmla="*/ 0 h 2926412"/>
              <a:gd name="connsiteX0" fmla="*/ 66974 w 946346"/>
              <a:gd name="connsiteY0" fmla="*/ 0 h 2961447"/>
              <a:gd name="connsiteX1" fmla="*/ 945834 w 946346"/>
              <a:gd name="connsiteY1" fmla="*/ 2366166 h 2961447"/>
              <a:gd name="connsiteX2" fmla="*/ 946346 w 946346"/>
              <a:gd name="connsiteY2" fmla="*/ 2625247 h 2961447"/>
              <a:gd name="connsiteX3" fmla="*/ 0 w 946346"/>
              <a:gd name="connsiteY3" fmla="*/ 2961447 h 2961447"/>
              <a:gd name="connsiteX4" fmla="*/ 66974 w 946346"/>
              <a:gd name="connsiteY4" fmla="*/ 0 h 2961447"/>
              <a:gd name="connsiteX0" fmla="*/ 74822 w 946346"/>
              <a:gd name="connsiteY0" fmla="*/ 0 h 3263594"/>
              <a:gd name="connsiteX1" fmla="*/ 945834 w 946346"/>
              <a:gd name="connsiteY1" fmla="*/ 2668313 h 3263594"/>
              <a:gd name="connsiteX2" fmla="*/ 946346 w 946346"/>
              <a:gd name="connsiteY2" fmla="*/ 2927394 h 3263594"/>
              <a:gd name="connsiteX3" fmla="*/ 0 w 946346"/>
              <a:gd name="connsiteY3" fmla="*/ 3263594 h 3263594"/>
              <a:gd name="connsiteX4" fmla="*/ 74822 w 946346"/>
              <a:gd name="connsiteY4" fmla="*/ 0 h 3263594"/>
              <a:gd name="connsiteX0" fmla="*/ 74822 w 946346"/>
              <a:gd name="connsiteY0" fmla="*/ 0 h 3263594"/>
              <a:gd name="connsiteX1" fmla="*/ 945834 w 946346"/>
              <a:gd name="connsiteY1" fmla="*/ 2672289 h 3263594"/>
              <a:gd name="connsiteX2" fmla="*/ 946346 w 946346"/>
              <a:gd name="connsiteY2" fmla="*/ 2927394 h 3263594"/>
              <a:gd name="connsiteX3" fmla="*/ 0 w 946346"/>
              <a:gd name="connsiteY3" fmla="*/ 3263594 h 3263594"/>
              <a:gd name="connsiteX4" fmla="*/ 74822 w 946346"/>
              <a:gd name="connsiteY4" fmla="*/ 0 h 3263594"/>
              <a:gd name="connsiteX0" fmla="*/ 100437 w 971961"/>
              <a:gd name="connsiteY0" fmla="*/ 0 h 3445257"/>
              <a:gd name="connsiteX1" fmla="*/ 971449 w 971961"/>
              <a:gd name="connsiteY1" fmla="*/ 2672289 h 3445257"/>
              <a:gd name="connsiteX2" fmla="*/ 971961 w 971961"/>
              <a:gd name="connsiteY2" fmla="*/ 2927394 h 3445257"/>
              <a:gd name="connsiteX3" fmla="*/ 0 w 971961"/>
              <a:gd name="connsiteY3" fmla="*/ 3445257 h 3445257"/>
              <a:gd name="connsiteX4" fmla="*/ 100437 w 971961"/>
              <a:gd name="connsiteY4" fmla="*/ 0 h 3445257"/>
              <a:gd name="connsiteX0" fmla="*/ 36398 w 907922"/>
              <a:gd name="connsiteY0" fmla="*/ 0 h 3411520"/>
              <a:gd name="connsiteX1" fmla="*/ 907410 w 907922"/>
              <a:gd name="connsiteY1" fmla="*/ 2672289 h 3411520"/>
              <a:gd name="connsiteX2" fmla="*/ 907922 w 907922"/>
              <a:gd name="connsiteY2" fmla="*/ 2927394 h 3411520"/>
              <a:gd name="connsiteX3" fmla="*/ 0 w 907922"/>
              <a:gd name="connsiteY3" fmla="*/ 3411520 h 3411520"/>
              <a:gd name="connsiteX4" fmla="*/ 36398 w 907922"/>
              <a:gd name="connsiteY4" fmla="*/ 0 h 3411520"/>
              <a:gd name="connsiteX0" fmla="*/ 56890 w 907922"/>
              <a:gd name="connsiteY0" fmla="*/ 0 h 3616540"/>
              <a:gd name="connsiteX1" fmla="*/ 907410 w 907922"/>
              <a:gd name="connsiteY1" fmla="*/ 2877309 h 3616540"/>
              <a:gd name="connsiteX2" fmla="*/ 907922 w 907922"/>
              <a:gd name="connsiteY2" fmla="*/ 3132414 h 3616540"/>
              <a:gd name="connsiteX3" fmla="*/ 0 w 907922"/>
              <a:gd name="connsiteY3" fmla="*/ 3616540 h 3616540"/>
              <a:gd name="connsiteX4" fmla="*/ 56890 w 907922"/>
              <a:gd name="connsiteY4" fmla="*/ 0 h 3616540"/>
              <a:gd name="connsiteX0" fmla="*/ 102 w 933104"/>
              <a:gd name="connsiteY0" fmla="*/ 0 h 3608754"/>
              <a:gd name="connsiteX1" fmla="*/ 932592 w 933104"/>
              <a:gd name="connsiteY1" fmla="*/ 2869523 h 3608754"/>
              <a:gd name="connsiteX2" fmla="*/ 933104 w 933104"/>
              <a:gd name="connsiteY2" fmla="*/ 3124628 h 3608754"/>
              <a:gd name="connsiteX3" fmla="*/ 25182 w 933104"/>
              <a:gd name="connsiteY3" fmla="*/ 3608754 h 3608754"/>
              <a:gd name="connsiteX4" fmla="*/ 102 w 933104"/>
              <a:gd name="connsiteY4" fmla="*/ 0 h 3608754"/>
              <a:gd name="connsiteX0" fmla="*/ 36397 w 907922"/>
              <a:gd name="connsiteY0" fmla="*/ 0 h 3421900"/>
              <a:gd name="connsiteX1" fmla="*/ 907410 w 907922"/>
              <a:gd name="connsiteY1" fmla="*/ 2682669 h 3421900"/>
              <a:gd name="connsiteX2" fmla="*/ 907922 w 907922"/>
              <a:gd name="connsiteY2" fmla="*/ 2937774 h 3421900"/>
              <a:gd name="connsiteX3" fmla="*/ 0 w 907922"/>
              <a:gd name="connsiteY3" fmla="*/ 3421900 h 3421900"/>
              <a:gd name="connsiteX4" fmla="*/ 36397 w 907922"/>
              <a:gd name="connsiteY4" fmla="*/ 0 h 3421900"/>
              <a:gd name="connsiteX0" fmla="*/ 4781 w 907922"/>
              <a:gd name="connsiteY0" fmla="*/ 0 h 3403215"/>
              <a:gd name="connsiteX1" fmla="*/ 907410 w 907922"/>
              <a:gd name="connsiteY1" fmla="*/ 2663984 h 3403215"/>
              <a:gd name="connsiteX2" fmla="*/ 907922 w 907922"/>
              <a:gd name="connsiteY2" fmla="*/ 2919089 h 3403215"/>
              <a:gd name="connsiteX3" fmla="*/ 0 w 907922"/>
              <a:gd name="connsiteY3" fmla="*/ 3403215 h 3403215"/>
              <a:gd name="connsiteX4" fmla="*/ 4781 w 907922"/>
              <a:gd name="connsiteY4" fmla="*/ 0 h 3403215"/>
              <a:gd name="connsiteX0" fmla="*/ 36398 w 907922"/>
              <a:gd name="connsiteY0" fmla="*/ 0 h 3309788"/>
              <a:gd name="connsiteX1" fmla="*/ 907410 w 907922"/>
              <a:gd name="connsiteY1" fmla="*/ 2570557 h 3309788"/>
              <a:gd name="connsiteX2" fmla="*/ 907922 w 907922"/>
              <a:gd name="connsiteY2" fmla="*/ 2825662 h 3309788"/>
              <a:gd name="connsiteX3" fmla="*/ 0 w 907922"/>
              <a:gd name="connsiteY3" fmla="*/ 3309788 h 3309788"/>
              <a:gd name="connsiteX4" fmla="*/ 36398 w 907922"/>
              <a:gd name="connsiteY4" fmla="*/ 0 h 330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7922" h="3309788">
                <a:moveTo>
                  <a:pt x="36398" y="0"/>
                </a:moveTo>
                <a:lnTo>
                  <a:pt x="907410" y="2570557"/>
                </a:lnTo>
                <a:cubicBezTo>
                  <a:pt x="907581" y="2645671"/>
                  <a:pt x="907751" y="2750548"/>
                  <a:pt x="907922" y="2825662"/>
                </a:cubicBezTo>
                <a:lnTo>
                  <a:pt x="0" y="3309788"/>
                </a:lnTo>
                <a:cubicBezTo>
                  <a:pt x="2046" y="2297197"/>
                  <a:pt x="34352" y="1012591"/>
                  <a:pt x="36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1400" kern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514" name="모서리가 둥근 직사각형 513">
            <a:extLst>
              <a:ext uri="{FF2B5EF4-FFF2-40B4-BE49-F238E27FC236}">
                <a16:creationId xmlns:a16="http://schemas.microsoft.com/office/drawing/2014/main" id="{487AF2FF-3C8B-0347-79BA-9A3C10964EAD}"/>
              </a:ext>
            </a:extLst>
          </p:cNvPr>
          <p:cNvSpPr/>
          <p:nvPr/>
        </p:nvSpPr>
        <p:spPr>
          <a:xfrm>
            <a:off x="8371" y="5247"/>
            <a:ext cx="2219719" cy="2921924"/>
          </a:xfrm>
          <a:prstGeom prst="roundRect">
            <a:avLst>
              <a:gd name="adj" fmla="val 5756"/>
            </a:avLst>
          </a:prstGeom>
          <a:solidFill>
            <a:srgbClr val="FFFFFF"/>
          </a:solidFill>
          <a:ln w="19050" cap="flat" cmpd="sng" algn="ctr">
            <a:solidFill>
              <a:srgbClr val="FFFFFF">
                <a:lumMod val="85000"/>
              </a:srgbClr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14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515" name="Google Shape;380;p22">
            <a:extLst>
              <a:ext uri="{FF2B5EF4-FFF2-40B4-BE49-F238E27FC236}">
                <a16:creationId xmlns:a16="http://schemas.microsoft.com/office/drawing/2014/main" id="{F310A68E-773E-7F44-02E6-3FDD51952E09}"/>
              </a:ext>
            </a:extLst>
          </p:cNvPr>
          <p:cNvSpPr/>
          <p:nvPr/>
        </p:nvSpPr>
        <p:spPr>
          <a:xfrm>
            <a:off x="2777458" y="3953868"/>
            <a:ext cx="1666500" cy="27818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E7F8FB"/>
              </a:gs>
              <a:gs pos="96000">
                <a:srgbClr val="FFFFFF">
                  <a:lumMod val="93000"/>
                </a:srgbClr>
              </a:gs>
            </a:gsLst>
            <a:lin ang="18900000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sz="12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Input Projection</a:t>
            </a:r>
            <a:endParaRPr sz="1200" kern="0" dirty="0"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516" name="Google Shape;381;p22">
            <a:extLst>
              <a:ext uri="{FF2B5EF4-FFF2-40B4-BE49-F238E27FC236}">
                <a16:creationId xmlns:a16="http://schemas.microsoft.com/office/drawing/2014/main" id="{B6689B23-4E47-10CF-D331-2B066679A51A}"/>
              </a:ext>
            </a:extLst>
          </p:cNvPr>
          <p:cNvCxnSpPr>
            <a:cxnSpLocks/>
            <a:stCxn id="517" idx="0"/>
            <a:endCxn id="515" idx="2"/>
          </p:cNvCxnSpPr>
          <p:nvPr/>
        </p:nvCxnSpPr>
        <p:spPr>
          <a:xfrm flipH="1" flipV="1">
            <a:off x="3610709" y="4232050"/>
            <a:ext cx="2957" cy="25578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389;p22">
            <a:extLst>
              <a:ext uri="{FF2B5EF4-FFF2-40B4-BE49-F238E27FC236}">
                <a16:creationId xmlns:a16="http://schemas.microsoft.com/office/drawing/2014/main" id="{EF3B5A01-4DDF-277A-3BBB-52EC1B2DC0A9}"/>
              </a:ext>
            </a:extLst>
          </p:cNvPr>
          <p:cNvSpPr txBox="1"/>
          <p:nvPr/>
        </p:nvSpPr>
        <p:spPr>
          <a:xfrm>
            <a:off x="3277665" y="4487831"/>
            <a:ext cx="672000" cy="25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" sz="1300" kern="0" dirty="0">
                <a:solidFill>
                  <a:srgbClr val="999999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Arial"/>
              </a:rPr>
              <a:t>Input</a:t>
            </a:r>
            <a:endParaRPr sz="1300" kern="0" dirty="0">
              <a:solidFill>
                <a:srgbClr val="999999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18" name="Google Shape;381;p22">
            <a:extLst>
              <a:ext uri="{FF2B5EF4-FFF2-40B4-BE49-F238E27FC236}">
                <a16:creationId xmlns:a16="http://schemas.microsoft.com/office/drawing/2014/main" id="{B77AD7C6-78A6-D4E0-7780-75138992F84B}"/>
              </a:ext>
            </a:extLst>
          </p:cNvPr>
          <p:cNvCxnSpPr>
            <a:cxnSpLocks/>
            <a:stCxn id="615" idx="2"/>
            <a:endCxn id="529" idx="2"/>
          </p:cNvCxnSpPr>
          <p:nvPr/>
        </p:nvCxnSpPr>
        <p:spPr>
          <a:xfrm flipV="1">
            <a:off x="3610710" y="2580001"/>
            <a:ext cx="3813" cy="23601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Google Shape;382;p22">
            <a:extLst>
              <a:ext uri="{FF2B5EF4-FFF2-40B4-BE49-F238E27FC236}">
                <a16:creationId xmlns:a16="http://schemas.microsoft.com/office/drawing/2014/main" id="{E7103FAD-2FB6-33FD-750D-FF7F1BF98C72}"/>
              </a:ext>
            </a:extLst>
          </p:cNvPr>
          <p:cNvCxnSpPr>
            <a:cxnSpLocks/>
            <a:stCxn id="618" idx="2"/>
            <a:endCxn id="526" idx="4"/>
          </p:cNvCxnSpPr>
          <p:nvPr/>
        </p:nvCxnSpPr>
        <p:spPr>
          <a:xfrm rot="5400000" flipH="1" flipV="1">
            <a:off x="4335336" y="2609614"/>
            <a:ext cx="412792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" name="Google Shape;380;p22">
            <a:extLst>
              <a:ext uri="{FF2B5EF4-FFF2-40B4-BE49-F238E27FC236}">
                <a16:creationId xmlns:a16="http://schemas.microsoft.com/office/drawing/2014/main" id="{AD94DA54-2CD9-0E74-F794-E3905E50977E}"/>
              </a:ext>
            </a:extLst>
          </p:cNvPr>
          <p:cNvSpPr/>
          <p:nvPr/>
        </p:nvSpPr>
        <p:spPr>
          <a:xfrm>
            <a:off x="2987632" y="1224098"/>
            <a:ext cx="1252066" cy="278182"/>
          </a:xfrm>
          <a:prstGeom prst="trapezoid">
            <a:avLst>
              <a:gd name="adj" fmla="val 57673"/>
            </a:avLst>
          </a:prstGeom>
          <a:solidFill>
            <a:srgbClr val="FFEAEA"/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Linear</a:t>
            </a: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21" name="그룹 520">
            <a:extLst>
              <a:ext uri="{FF2B5EF4-FFF2-40B4-BE49-F238E27FC236}">
                <a16:creationId xmlns:a16="http://schemas.microsoft.com/office/drawing/2014/main" id="{59084065-F83A-1ACB-B0EC-4BD586E6D522}"/>
              </a:ext>
            </a:extLst>
          </p:cNvPr>
          <p:cNvGrpSpPr/>
          <p:nvPr/>
        </p:nvGrpSpPr>
        <p:grpSpPr>
          <a:xfrm>
            <a:off x="3527132" y="1646598"/>
            <a:ext cx="174783" cy="176424"/>
            <a:chOff x="4625187" y="13519050"/>
            <a:chExt cx="174783" cy="176423"/>
          </a:xfrm>
        </p:grpSpPr>
        <p:sp>
          <p:nvSpPr>
            <p:cNvPr id="522" name="Google Shape;348;p22">
              <a:extLst>
                <a:ext uri="{FF2B5EF4-FFF2-40B4-BE49-F238E27FC236}">
                  <a16:creationId xmlns:a16="http://schemas.microsoft.com/office/drawing/2014/main" id="{42FE6120-FA63-E1AE-98B9-F3AA34143B66}"/>
                </a:ext>
              </a:extLst>
            </p:cNvPr>
            <p:cNvSpPr/>
            <p:nvPr/>
          </p:nvSpPr>
          <p:spPr>
            <a:xfrm>
              <a:off x="4625187" y="13519050"/>
              <a:ext cx="174783" cy="17642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23" name="Google Shape;347;p22" descr="+" title="MathEquation,#585858">
              <a:extLst>
                <a:ext uri="{FF2B5EF4-FFF2-40B4-BE49-F238E27FC236}">
                  <a16:creationId xmlns:a16="http://schemas.microsoft.com/office/drawing/2014/main" id="{FB89DD12-E38D-24B5-D604-B29EF057DD6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00">
              <a:off x="4636131" y="13523718"/>
              <a:ext cx="152925" cy="16703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24" name="Google Shape;381;p22">
            <a:extLst>
              <a:ext uri="{FF2B5EF4-FFF2-40B4-BE49-F238E27FC236}">
                <a16:creationId xmlns:a16="http://schemas.microsoft.com/office/drawing/2014/main" id="{CC49690A-0DD4-2540-44C8-AC95FF280E6D}"/>
              </a:ext>
            </a:extLst>
          </p:cNvPr>
          <p:cNvCxnSpPr>
            <a:cxnSpLocks/>
            <a:stCxn id="522" idx="0"/>
            <a:endCxn id="520" idx="2"/>
          </p:cNvCxnSpPr>
          <p:nvPr/>
        </p:nvCxnSpPr>
        <p:spPr>
          <a:xfrm flipH="1" flipV="1">
            <a:off x="3613665" y="1502280"/>
            <a:ext cx="859" cy="14431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25" name="그룹 524">
            <a:extLst>
              <a:ext uri="{FF2B5EF4-FFF2-40B4-BE49-F238E27FC236}">
                <a16:creationId xmlns:a16="http://schemas.microsoft.com/office/drawing/2014/main" id="{C546FE43-DDBF-12D9-594D-5092C954251E}"/>
              </a:ext>
            </a:extLst>
          </p:cNvPr>
          <p:cNvGrpSpPr/>
          <p:nvPr/>
        </p:nvGrpSpPr>
        <p:grpSpPr>
          <a:xfrm>
            <a:off x="4445602" y="2209153"/>
            <a:ext cx="192261" cy="194065"/>
            <a:chOff x="6031365" y="13906693"/>
            <a:chExt cx="192261" cy="194065"/>
          </a:xfrm>
        </p:grpSpPr>
        <p:sp>
          <p:nvSpPr>
            <p:cNvPr id="526" name="Google Shape;348;p22">
              <a:extLst>
                <a:ext uri="{FF2B5EF4-FFF2-40B4-BE49-F238E27FC236}">
                  <a16:creationId xmlns:a16="http://schemas.microsoft.com/office/drawing/2014/main" id="{79A43E4A-04B3-020E-A126-4E90568D15BB}"/>
                </a:ext>
              </a:extLst>
            </p:cNvPr>
            <p:cNvSpPr/>
            <p:nvPr/>
          </p:nvSpPr>
          <p:spPr>
            <a:xfrm>
              <a:off x="6031365" y="13906693"/>
              <a:ext cx="192261" cy="1940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7C839117-798D-C392-35E5-AD25587D8D11}"/>
                    </a:ext>
                  </a:extLst>
                </p:cNvPr>
                <p:cNvSpPr txBox="1"/>
                <p:nvPr/>
              </p:nvSpPr>
              <p:spPr>
                <a:xfrm>
                  <a:off x="6052693" y="13907234"/>
                  <a:ext cx="1496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ko-KR" sz="1200" i="1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605" name="TextBox 604">
                  <a:extLst>
                    <a:ext uri="{FF2B5EF4-FFF2-40B4-BE49-F238E27FC236}">
                      <a16:creationId xmlns:a16="http://schemas.microsoft.com/office/drawing/2014/main" id="{8A94A2FE-5517-D4FA-29CF-160DB2FC27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2693" y="13907234"/>
                  <a:ext cx="149605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692" r="-7692" b="-62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8" name="Google Shape;382;p22">
            <a:extLst>
              <a:ext uri="{FF2B5EF4-FFF2-40B4-BE49-F238E27FC236}">
                <a16:creationId xmlns:a16="http://schemas.microsoft.com/office/drawing/2014/main" id="{AF17E1EF-B182-A013-32C9-72CD8E1BECF3}"/>
              </a:ext>
            </a:extLst>
          </p:cNvPr>
          <p:cNvCxnSpPr>
            <a:cxnSpLocks/>
            <a:stCxn id="526" idx="0"/>
            <a:endCxn id="522" idx="6"/>
          </p:cNvCxnSpPr>
          <p:nvPr/>
        </p:nvCxnSpPr>
        <p:spPr>
          <a:xfrm rot="16200000" flipV="1">
            <a:off x="3884653" y="1552073"/>
            <a:ext cx="474343" cy="839818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9" name="Google Shape;380;p22">
            <a:extLst>
              <a:ext uri="{FF2B5EF4-FFF2-40B4-BE49-F238E27FC236}">
                <a16:creationId xmlns:a16="http://schemas.microsoft.com/office/drawing/2014/main" id="{FEFE7FAC-2C8F-F456-8B31-CAC86F225C64}"/>
              </a:ext>
            </a:extLst>
          </p:cNvPr>
          <p:cNvSpPr/>
          <p:nvPr/>
        </p:nvSpPr>
        <p:spPr>
          <a:xfrm>
            <a:off x="2925886" y="2024921"/>
            <a:ext cx="1377273" cy="55508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1F2FB"/>
              </a:gs>
              <a:gs pos="50000">
                <a:srgbClr val="EBF5DD"/>
              </a:gs>
              <a:gs pos="100000">
                <a:srgbClr val="FFAB40">
                  <a:lumMod val="40000"/>
                  <a:lumOff val="60000"/>
                </a:srgbClr>
              </a:gs>
            </a:gsLst>
            <a:lin ang="18900000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altLang="ko-KR" sz="1200" b="1" kern="0" dirty="0">
                <a:solidFill>
                  <a:srgbClr val="FE6467"/>
                </a:solidFill>
                <a:latin typeface="Arial"/>
                <a:cs typeface="Arial"/>
                <a:sym typeface="Arial"/>
              </a:rPr>
              <a:t>Modular</a:t>
            </a:r>
            <a:endParaRPr lang="en" altLang="ko-KR" sz="1200" b="1" kern="0" dirty="0">
              <a:solidFill>
                <a:srgbClr val="FE6467"/>
              </a:solidFill>
              <a:latin typeface="Arial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</a:pPr>
            <a:r>
              <a:rPr lang="en" altLang="ko-KR"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Selective SSM</a:t>
            </a:r>
          </a:p>
        </p:txBody>
      </p:sp>
      <p:cxnSp>
        <p:nvCxnSpPr>
          <p:cNvPr id="530" name="Google Shape;381;p22">
            <a:extLst>
              <a:ext uri="{FF2B5EF4-FFF2-40B4-BE49-F238E27FC236}">
                <a16:creationId xmlns:a16="http://schemas.microsoft.com/office/drawing/2014/main" id="{937158E4-577D-93F0-82D5-5507F6C0CD93}"/>
              </a:ext>
            </a:extLst>
          </p:cNvPr>
          <p:cNvCxnSpPr>
            <a:cxnSpLocks/>
            <a:stCxn id="529" idx="0"/>
            <a:endCxn id="522" idx="4"/>
          </p:cNvCxnSpPr>
          <p:nvPr/>
        </p:nvCxnSpPr>
        <p:spPr>
          <a:xfrm flipV="1">
            <a:off x="3614523" y="1823022"/>
            <a:ext cx="1" cy="20189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" name="Google Shape;381;p22">
            <a:extLst>
              <a:ext uri="{FF2B5EF4-FFF2-40B4-BE49-F238E27FC236}">
                <a16:creationId xmlns:a16="http://schemas.microsoft.com/office/drawing/2014/main" id="{46B88025-43FC-4E98-1B10-ADBCC408C6A7}"/>
              </a:ext>
            </a:extLst>
          </p:cNvPr>
          <p:cNvCxnSpPr>
            <a:cxnSpLocks/>
            <a:stCxn id="520" idx="0"/>
            <a:endCxn id="613" idx="2"/>
          </p:cNvCxnSpPr>
          <p:nvPr/>
        </p:nvCxnSpPr>
        <p:spPr>
          <a:xfrm flipV="1">
            <a:off x="3613665" y="835084"/>
            <a:ext cx="856" cy="38901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Google Shape;381;p22">
            <a:extLst>
              <a:ext uri="{FF2B5EF4-FFF2-40B4-BE49-F238E27FC236}">
                <a16:creationId xmlns:a16="http://schemas.microsoft.com/office/drawing/2014/main" id="{3F6610EC-1CCB-CEEA-25CD-E96A4A97C696}"/>
              </a:ext>
            </a:extLst>
          </p:cNvPr>
          <p:cNvCxnSpPr>
            <a:cxnSpLocks/>
            <a:stCxn id="515" idx="0"/>
            <a:endCxn id="615" idx="0"/>
          </p:cNvCxnSpPr>
          <p:nvPr/>
        </p:nvCxnSpPr>
        <p:spPr>
          <a:xfrm flipV="1">
            <a:off x="3610709" y="3063123"/>
            <a:ext cx="1" cy="89074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33" name="그룹 532">
            <a:extLst>
              <a:ext uri="{FF2B5EF4-FFF2-40B4-BE49-F238E27FC236}">
                <a16:creationId xmlns:a16="http://schemas.microsoft.com/office/drawing/2014/main" id="{D0C1746B-F2E7-0502-AC5B-A532CE6CECE6}"/>
              </a:ext>
            </a:extLst>
          </p:cNvPr>
          <p:cNvGrpSpPr/>
          <p:nvPr/>
        </p:nvGrpSpPr>
        <p:grpSpPr>
          <a:xfrm>
            <a:off x="247033" y="102261"/>
            <a:ext cx="1718762" cy="2746185"/>
            <a:chOff x="488960" y="11390999"/>
            <a:chExt cx="1718762" cy="3020804"/>
          </a:xfrm>
        </p:grpSpPr>
        <p:sp>
          <p:nvSpPr>
            <p:cNvPr id="534" name="Google Shape;380;p22">
              <a:extLst>
                <a:ext uri="{FF2B5EF4-FFF2-40B4-BE49-F238E27FC236}">
                  <a16:creationId xmlns:a16="http://schemas.microsoft.com/office/drawing/2014/main" id="{166993DB-92BD-720C-55F3-26C3857490EA}"/>
                </a:ext>
              </a:extLst>
            </p:cNvPr>
            <p:cNvSpPr/>
            <p:nvPr/>
          </p:nvSpPr>
          <p:spPr>
            <a:xfrm>
              <a:off x="825950" y="13854709"/>
              <a:ext cx="1252066" cy="306000"/>
            </a:xfrm>
            <a:prstGeom prst="roundRect">
              <a:avLst>
                <a:gd name="adj" fmla="val 16667"/>
              </a:avLst>
            </a:prstGeom>
            <a:solidFill>
              <a:srgbClr val="E7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5" name="Google Shape;348;p22">
              <a:extLst>
                <a:ext uri="{FF2B5EF4-FFF2-40B4-BE49-F238E27FC236}">
                  <a16:creationId xmlns:a16="http://schemas.microsoft.com/office/drawing/2014/main" id="{46928B3F-ECD9-AED3-B57D-882202E571F7}"/>
                </a:ext>
              </a:extLst>
            </p:cNvPr>
            <p:cNvSpPr/>
            <p:nvPr/>
          </p:nvSpPr>
          <p:spPr>
            <a:xfrm>
              <a:off x="1354093" y="13480926"/>
              <a:ext cx="192261" cy="209880"/>
            </a:xfrm>
            <a:prstGeom prst="ellipse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36" name="Google Shape;381;p22">
              <a:extLst>
                <a:ext uri="{FF2B5EF4-FFF2-40B4-BE49-F238E27FC236}">
                  <a16:creationId xmlns:a16="http://schemas.microsoft.com/office/drawing/2014/main" id="{F367BFCA-BBDF-D8AE-2633-3C0F6E9DF30E}"/>
                </a:ext>
              </a:extLst>
            </p:cNvPr>
            <p:cNvCxnSpPr>
              <a:cxnSpLocks/>
              <a:stCxn id="534" idx="0"/>
              <a:endCxn id="535" idx="4"/>
            </p:cNvCxnSpPr>
            <p:nvPr/>
          </p:nvCxnSpPr>
          <p:spPr>
            <a:xfrm flipH="1" flipV="1">
              <a:off x="1450224" y="13690806"/>
              <a:ext cx="1759" cy="1639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7" name="Google Shape;379;p22">
              <a:extLst>
                <a:ext uri="{FF2B5EF4-FFF2-40B4-BE49-F238E27FC236}">
                  <a16:creationId xmlns:a16="http://schemas.microsoft.com/office/drawing/2014/main" id="{7790A074-31AB-99C2-8255-63A5DF4A6EF7}"/>
                </a:ext>
              </a:extLst>
            </p:cNvPr>
            <p:cNvSpPr/>
            <p:nvPr/>
          </p:nvSpPr>
          <p:spPr>
            <a:xfrm>
              <a:off x="819927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sz="1200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538" name="Google Shape;379;p22">
              <a:extLst>
                <a:ext uri="{FF2B5EF4-FFF2-40B4-BE49-F238E27FC236}">
                  <a16:creationId xmlns:a16="http://schemas.microsoft.com/office/drawing/2014/main" id="{2523C4C8-13CC-FF73-FD1E-79E548164C20}"/>
                </a:ext>
              </a:extLst>
            </p:cNvPr>
            <p:cNvSpPr/>
            <p:nvPr/>
          </p:nvSpPr>
          <p:spPr>
            <a:xfrm>
              <a:off x="1150894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9" name="Google Shape;379;p22">
              <a:extLst>
                <a:ext uri="{FF2B5EF4-FFF2-40B4-BE49-F238E27FC236}">
                  <a16:creationId xmlns:a16="http://schemas.microsoft.com/office/drawing/2014/main" id="{6D9BB282-0097-D15A-A337-A8D90968D567}"/>
                </a:ext>
              </a:extLst>
            </p:cNvPr>
            <p:cNvSpPr/>
            <p:nvPr/>
          </p:nvSpPr>
          <p:spPr>
            <a:xfrm>
              <a:off x="1481860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382;p22">
              <a:extLst>
                <a:ext uri="{FF2B5EF4-FFF2-40B4-BE49-F238E27FC236}">
                  <a16:creationId xmlns:a16="http://schemas.microsoft.com/office/drawing/2014/main" id="{B60F49B8-27EB-9896-4BAF-A3A2F1E68A6F}"/>
                </a:ext>
              </a:extLst>
            </p:cNvPr>
            <p:cNvCxnSpPr>
              <a:cxnSpLocks/>
              <a:stCxn id="535" idx="0"/>
              <a:endCxn id="538" idx="2"/>
            </p:cNvCxnSpPr>
            <p:nvPr/>
          </p:nvCxnSpPr>
          <p:spPr>
            <a:xfrm rot="16200000" flipV="1">
              <a:off x="908807" y="12939507"/>
              <a:ext cx="918552" cy="164285"/>
            </a:xfrm>
            <a:prstGeom prst="bentConnector3">
              <a:avLst>
                <a:gd name="adj1" fmla="val 11978"/>
              </a:avLst>
            </a:prstGeom>
            <a:noFill/>
            <a:ln w="12700" cap="flat" cmpd="sng">
              <a:solidFill>
                <a:srgbClr val="FE6467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541" name="Google Shape;382;p22">
              <a:extLst>
                <a:ext uri="{FF2B5EF4-FFF2-40B4-BE49-F238E27FC236}">
                  <a16:creationId xmlns:a16="http://schemas.microsoft.com/office/drawing/2014/main" id="{64A2F700-4B98-7C5E-4DEE-BB7F61DBF574}"/>
                </a:ext>
              </a:extLst>
            </p:cNvPr>
            <p:cNvCxnSpPr>
              <a:cxnSpLocks/>
              <a:stCxn id="535" idx="0"/>
              <a:endCxn id="539" idx="2"/>
            </p:cNvCxnSpPr>
            <p:nvPr/>
          </p:nvCxnSpPr>
          <p:spPr>
            <a:xfrm rot="5400000" flipH="1" flipV="1">
              <a:off x="1074289" y="12938310"/>
              <a:ext cx="918552" cy="166681"/>
            </a:xfrm>
            <a:prstGeom prst="bentConnector3">
              <a:avLst>
                <a:gd name="adj1" fmla="val 11978"/>
              </a:avLst>
            </a:prstGeom>
            <a:noFill/>
            <a:ln w="12700" cap="flat" cmpd="sng">
              <a:solidFill>
                <a:srgbClr val="FE6467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542" name="Google Shape;382;p22">
              <a:extLst>
                <a:ext uri="{FF2B5EF4-FFF2-40B4-BE49-F238E27FC236}">
                  <a16:creationId xmlns:a16="http://schemas.microsoft.com/office/drawing/2014/main" id="{05AD64A5-FF8E-1EDA-A0CA-000DAD536181}"/>
                </a:ext>
              </a:extLst>
            </p:cNvPr>
            <p:cNvCxnSpPr>
              <a:cxnSpLocks/>
              <a:stCxn id="535" idx="0"/>
              <a:endCxn id="537" idx="2"/>
            </p:cNvCxnSpPr>
            <p:nvPr/>
          </p:nvCxnSpPr>
          <p:spPr>
            <a:xfrm rot="16200000" flipV="1">
              <a:off x="743323" y="12774024"/>
              <a:ext cx="918552" cy="495252"/>
            </a:xfrm>
            <a:prstGeom prst="bentConnector3">
              <a:avLst>
                <a:gd name="adj1" fmla="val 11978"/>
              </a:avLst>
            </a:prstGeom>
            <a:noFill/>
            <a:ln w="12700" cap="flat" cmpd="sng">
              <a:solidFill>
                <a:srgbClr val="FE6467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543" name="Google Shape;382;p22">
              <a:extLst>
                <a:ext uri="{FF2B5EF4-FFF2-40B4-BE49-F238E27FC236}">
                  <a16:creationId xmlns:a16="http://schemas.microsoft.com/office/drawing/2014/main" id="{73ECF857-6204-27A1-65F3-D9B98E5E2073}"/>
                </a:ext>
              </a:extLst>
            </p:cNvPr>
            <p:cNvCxnSpPr>
              <a:cxnSpLocks/>
              <a:stCxn id="535" idx="0"/>
              <a:endCxn id="561" idx="4"/>
            </p:cNvCxnSpPr>
            <p:nvPr/>
          </p:nvCxnSpPr>
          <p:spPr>
            <a:xfrm rot="5400000" flipH="1" flipV="1">
              <a:off x="947361" y="12486462"/>
              <a:ext cx="1497328" cy="491600"/>
            </a:xfrm>
            <a:prstGeom prst="bentConnector3">
              <a:avLst>
                <a:gd name="adj1" fmla="val 7315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4" name="Google Shape;379;p22">
              <a:extLst>
                <a:ext uri="{FF2B5EF4-FFF2-40B4-BE49-F238E27FC236}">
                  <a16:creationId xmlns:a16="http://schemas.microsoft.com/office/drawing/2014/main" id="{B7640258-F2A5-3F4E-B8A9-6543CEE09F8E}"/>
                </a:ext>
              </a:extLst>
            </p:cNvPr>
            <p:cNvSpPr/>
            <p:nvPr/>
          </p:nvSpPr>
          <p:spPr>
            <a:xfrm>
              <a:off x="488960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45" name="Google Shape;382;p22">
              <a:extLst>
                <a:ext uri="{FF2B5EF4-FFF2-40B4-BE49-F238E27FC236}">
                  <a16:creationId xmlns:a16="http://schemas.microsoft.com/office/drawing/2014/main" id="{05B81D0A-B69E-8D4F-FDE8-99A47A12DF6E}"/>
                </a:ext>
              </a:extLst>
            </p:cNvPr>
            <p:cNvCxnSpPr>
              <a:cxnSpLocks/>
              <a:stCxn id="544" idx="0"/>
              <a:endCxn id="557" idx="2"/>
            </p:cNvCxnSpPr>
            <p:nvPr/>
          </p:nvCxnSpPr>
          <p:spPr>
            <a:xfrm rot="5400000" flipH="1" flipV="1">
              <a:off x="640234" y="11967368"/>
              <a:ext cx="298507" cy="33096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6" name="Google Shape;381;p22">
              <a:extLst>
                <a:ext uri="{FF2B5EF4-FFF2-40B4-BE49-F238E27FC236}">
                  <a16:creationId xmlns:a16="http://schemas.microsoft.com/office/drawing/2014/main" id="{4582BBE0-F5F7-1574-E762-C03F641D9867}"/>
                </a:ext>
              </a:extLst>
            </p:cNvPr>
            <p:cNvCxnSpPr>
              <a:cxnSpLocks/>
              <a:stCxn id="538" idx="0"/>
              <a:endCxn id="558" idx="2"/>
            </p:cNvCxnSpPr>
            <p:nvPr/>
          </p:nvCxnSpPr>
          <p:spPr>
            <a:xfrm flipH="1" flipV="1">
              <a:off x="1283922" y="11983598"/>
              <a:ext cx="2017" cy="2985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7" name="Google Shape;381;p22">
              <a:extLst>
                <a:ext uri="{FF2B5EF4-FFF2-40B4-BE49-F238E27FC236}">
                  <a16:creationId xmlns:a16="http://schemas.microsoft.com/office/drawing/2014/main" id="{D35EA07B-35B8-4205-20C8-E8D71A5C2270}"/>
                </a:ext>
              </a:extLst>
            </p:cNvPr>
            <p:cNvCxnSpPr>
              <a:cxnSpLocks/>
              <a:stCxn id="539" idx="0"/>
              <a:endCxn id="561" idx="2"/>
            </p:cNvCxnSpPr>
            <p:nvPr/>
          </p:nvCxnSpPr>
          <p:spPr>
            <a:xfrm flipH="1" flipV="1">
              <a:off x="1612874" y="11983598"/>
              <a:ext cx="4031" cy="2985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8" name="Google Shape;381;p22">
              <a:extLst>
                <a:ext uri="{FF2B5EF4-FFF2-40B4-BE49-F238E27FC236}">
                  <a16:creationId xmlns:a16="http://schemas.microsoft.com/office/drawing/2014/main" id="{3F8B4320-1D9E-10D4-915E-19C41B78A990}"/>
                </a:ext>
              </a:extLst>
            </p:cNvPr>
            <p:cNvCxnSpPr>
              <a:cxnSpLocks/>
              <a:stCxn id="537" idx="0"/>
            </p:cNvCxnSpPr>
            <p:nvPr/>
          </p:nvCxnSpPr>
          <p:spPr>
            <a:xfrm flipV="1">
              <a:off x="954972" y="11979671"/>
              <a:ext cx="0" cy="30243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9" name="Google Shape;380;p22">
              <a:extLst>
                <a:ext uri="{FF2B5EF4-FFF2-40B4-BE49-F238E27FC236}">
                  <a16:creationId xmlns:a16="http://schemas.microsoft.com/office/drawing/2014/main" id="{164C2BA6-D818-7161-42DF-8FD0732B5657}"/>
                </a:ext>
              </a:extLst>
            </p:cNvPr>
            <p:cNvSpPr/>
            <p:nvPr/>
          </p:nvSpPr>
          <p:spPr>
            <a:xfrm>
              <a:off x="692722" y="11642999"/>
              <a:ext cx="1515000" cy="342000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50" name="Google Shape;381;p22">
              <a:extLst>
                <a:ext uri="{FF2B5EF4-FFF2-40B4-BE49-F238E27FC236}">
                  <a16:creationId xmlns:a16="http://schemas.microsoft.com/office/drawing/2014/main" id="{267B9749-5262-41E9-B8E0-D8B33A098951}"/>
                </a:ext>
              </a:extLst>
            </p:cNvPr>
            <p:cNvCxnSpPr>
              <a:cxnSpLocks/>
              <a:stCxn id="549" idx="0"/>
            </p:cNvCxnSpPr>
            <p:nvPr/>
          </p:nvCxnSpPr>
          <p:spPr>
            <a:xfrm flipV="1">
              <a:off x="1450222" y="11390999"/>
              <a:ext cx="0" cy="25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1" name="Google Shape;381;p22">
              <a:extLst>
                <a:ext uri="{FF2B5EF4-FFF2-40B4-BE49-F238E27FC236}">
                  <a16:creationId xmlns:a16="http://schemas.microsoft.com/office/drawing/2014/main" id="{55D7E8CC-01F5-F003-F65D-A3B235A267AC}"/>
                </a:ext>
              </a:extLst>
            </p:cNvPr>
            <p:cNvCxnSpPr>
              <a:cxnSpLocks/>
              <a:endCxn id="534" idx="2"/>
            </p:cNvCxnSpPr>
            <p:nvPr/>
          </p:nvCxnSpPr>
          <p:spPr>
            <a:xfrm flipH="1" flipV="1">
              <a:off x="1451983" y="14160709"/>
              <a:ext cx="1" cy="25109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7C83ECF8-EE78-9FF7-22EA-EED040D4C251}"/>
                    </a:ext>
                  </a:extLst>
                </p:cNvPr>
                <p:cNvSpPr txBox="1"/>
                <p:nvPr/>
              </p:nvSpPr>
              <p:spPr>
                <a:xfrm>
                  <a:off x="1375421" y="13473716"/>
                  <a:ext cx="149605" cy="203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ko-KR" sz="1200" i="1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96" name="TextBox 595">
                  <a:extLst>
                    <a:ext uri="{FF2B5EF4-FFF2-40B4-BE49-F238E27FC236}">
                      <a16:creationId xmlns:a16="http://schemas.microsoft.com/office/drawing/2014/main" id="{A7BF5DBC-345E-45D5-F50F-30965D0C5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21" y="13473716"/>
                  <a:ext cx="149605" cy="203133"/>
                </a:xfrm>
                <a:prstGeom prst="rect">
                  <a:avLst/>
                </a:prstGeom>
                <a:blipFill>
                  <a:blip r:embed="rId5"/>
                  <a:stretch>
                    <a:fillRect l="-8333" r="-8333" b="-62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3" name="Google Shape;380;p22">
              <a:extLst>
                <a:ext uri="{FF2B5EF4-FFF2-40B4-BE49-F238E27FC236}">
                  <a16:creationId xmlns:a16="http://schemas.microsoft.com/office/drawing/2014/main" id="{546F5C98-5D87-04E4-3E6E-0FEDB3A0689B}"/>
                </a:ext>
              </a:extLst>
            </p:cNvPr>
            <p:cNvSpPr/>
            <p:nvPr/>
          </p:nvSpPr>
          <p:spPr>
            <a:xfrm>
              <a:off x="721522" y="12722019"/>
              <a:ext cx="482725" cy="138891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2700" cap="flat" cmpd="sng">
              <a:solidFill>
                <a:srgbClr val="FE6467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4" name="Google Shape;380;p22">
              <a:extLst>
                <a:ext uri="{FF2B5EF4-FFF2-40B4-BE49-F238E27FC236}">
                  <a16:creationId xmlns:a16="http://schemas.microsoft.com/office/drawing/2014/main" id="{2CD8EA6F-8DAC-2707-EE0D-AB27B75C343B}"/>
                </a:ext>
              </a:extLst>
            </p:cNvPr>
            <p:cNvSpPr/>
            <p:nvPr/>
          </p:nvSpPr>
          <p:spPr>
            <a:xfrm>
              <a:off x="1370756" y="13127136"/>
              <a:ext cx="482725" cy="138891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2700" cap="flat" cmpd="sng">
              <a:solidFill>
                <a:srgbClr val="FE6467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5" name="Google Shape;380;p22">
              <a:extLst>
                <a:ext uri="{FF2B5EF4-FFF2-40B4-BE49-F238E27FC236}">
                  <a16:creationId xmlns:a16="http://schemas.microsoft.com/office/drawing/2014/main" id="{6290AAD7-A3BD-E482-5926-4C486368DDA7}"/>
                </a:ext>
              </a:extLst>
            </p:cNvPr>
            <p:cNvSpPr/>
            <p:nvPr/>
          </p:nvSpPr>
          <p:spPr>
            <a:xfrm>
              <a:off x="1046139" y="12924578"/>
              <a:ext cx="482725" cy="138891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2700" cap="flat" cmpd="sng">
              <a:solidFill>
                <a:srgbClr val="FE6467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56" name="그룹 555">
              <a:extLst>
                <a:ext uri="{FF2B5EF4-FFF2-40B4-BE49-F238E27FC236}">
                  <a16:creationId xmlns:a16="http://schemas.microsoft.com/office/drawing/2014/main" id="{52495AA6-B1B8-9B7C-1E0C-64D7ABCED9D7}"/>
                </a:ext>
              </a:extLst>
            </p:cNvPr>
            <p:cNvGrpSpPr/>
            <p:nvPr/>
          </p:nvGrpSpPr>
          <p:grpSpPr>
            <a:xfrm>
              <a:off x="954972" y="11894608"/>
              <a:ext cx="986852" cy="88990"/>
              <a:chOff x="2713231" y="13827015"/>
              <a:chExt cx="981028" cy="63658"/>
            </a:xfrm>
            <a:noFill/>
          </p:grpSpPr>
          <p:sp>
            <p:nvSpPr>
              <p:cNvPr id="557" name="삼각형 556">
                <a:extLst>
                  <a:ext uri="{FF2B5EF4-FFF2-40B4-BE49-F238E27FC236}">
                    <a16:creationId xmlns:a16="http://schemas.microsoft.com/office/drawing/2014/main" id="{5E06BC1B-64E6-2CE0-4808-7F99F97E8B04}"/>
                  </a:ext>
                </a:extLst>
              </p:cNvPr>
              <p:cNvSpPr/>
              <p:nvPr/>
            </p:nvSpPr>
            <p:spPr>
              <a:xfrm>
                <a:off x="2713231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558" name="삼각형 557">
                <a:extLst>
                  <a:ext uri="{FF2B5EF4-FFF2-40B4-BE49-F238E27FC236}">
                    <a16:creationId xmlns:a16="http://schemas.microsoft.com/office/drawing/2014/main" id="{F8DA8C46-6CB4-42FD-B225-AA74C25A3FF7}"/>
                  </a:ext>
                </a:extLst>
              </p:cNvPr>
              <p:cNvSpPr/>
              <p:nvPr/>
            </p:nvSpPr>
            <p:spPr>
              <a:xfrm>
                <a:off x="304024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561" name="삼각형 560">
                <a:extLst>
                  <a:ext uri="{FF2B5EF4-FFF2-40B4-BE49-F238E27FC236}">
                    <a16:creationId xmlns:a16="http://schemas.microsoft.com/office/drawing/2014/main" id="{415AEEB5-9B77-DCC8-2F36-77406DD488AE}"/>
                  </a:ext>
                </a:extLst>
              </p:cNvPr>
              <p:cNvSpPr/>
              <p:nvPr/>
            </p:nvSpPr>
            <p:spPr>
              <a:xfrm>
                <a:off x="336725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</p:grpSp>
      <p:cxnSp>
        <p:nvCxnSpPr>
          <p:cNvPr id="612" name="Google Shape;382;p22">
            <a:extLst>
              <a:ext uri="{FF2B5EF4-FFF2-40B4-BE49-F238E27FC236}">
                <a16:creationId xmlns:a16="http://schemas.microsoft.com/office/drawing/2014/main" id="{7FC4E042-9206-B4A0-AD23-C3CFFA74E70E}"/>
              </a:ext>
            </a:extLst>
          </p:cNvPr>
          <p:cNvCxnSpPr>
            <a:cxnSpLocks/>
            <a:stCxn id="515" idx="0"/>
            <a:endCxn id="618" idx="0"/>
          </p:cNvCxnSpPr>
          <p:nvPr/>
        </p:nvCxnSpPr>
        <p:spPr>
          <a:xfrm rot="5400000" flipH="1" flipV="1">
            <a:off x="3630849" y="3042986"/>
            <a:ext cx="890745" cy="931023"/>
          </a:xfrm>
          <a:prstGeom prst="bentConnector3">
            <a:avLst>
              <a:gd name="adj1" fmla="val 70604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3" name="Google Shape;380;p22">
            <a:extLst>
              <a:ext uri="{FF2B5EF4-FFF2-40B4-BE49-F238E27FC236}">
                <a16:creationId xmlns:a16="http://schemas.microsoft.com/office/drawing/2014/main" id="{E6B4DB8D-1D69-F934-7B31-3F11D87F4290}"/>
              </a:ext>
            </a:extLst>
          </p:cNvPr>
          <p:cNvSpPr/>
          <p:nvPr/>
        </p:nvSpPr>
        <p:spPr>
          <a:xfrm>
            <a:off x="2781271" y="556902"/>
            <a:ext cx="1666500" cy="278182"/>
          </a:xfrm>
          <a:prstGeom prst="roundRect">
            <a:avLst>
              <a:gd name="adj" fmla="val 19983"/>
            </a:avLst>
          </a:prstGeom>
          <a:gradFill>
            <a:gsLst>
              <a:gs pos="0">
                <a:srgbClr val="FFEAEA">
                  <a:alpha val="79054"/>
                </a:srgbClr>
              </a:gs>
              <a:gs pos="96000">
                <a:srgbClr val="E9D7F1"/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" altLang="ko-KR"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Output Projection</a:t>
            </a:r>
          </a:p>
        </p:txBody>
      </p:sp>
      <p:grpSp>
        <p:nvGrpSpPr>
          <p:cNvPr id="614" name="그룹 613">
            <a:extLst>
              <a:ext uri="{FF2B5EF4-FFF2-40B4-BE49-F238E27FC236}">
                <a16:creationId xmlns:a16="http://schemas.microsoft.com/office/drawing/2014/main" id="{C2192FDF-F7D1-7779-9AC1-9130611D53C5}"/>
              </a:ext>
            </a:extLst>
          </p:cNvPr>
          <p:cNvGrpSpPr/>
          <p:nvPr/>
        </p:nvGrpSpPr>
        <p:grpSpPr>
          <a:xfrm>
            <a:off x="3183122" y="2816009"/>
            <a:ext cx="855177" cy="247105"/>
            <a:chOff x="5070910" y="15991812"/>
            <a:chExt cx="855177" cy="246054"/>
          </a:xfrm>
        </p:grpSpPr>
        <p:sp>
          <p:nvSpPr>
            <p:cNvPr id="615" name="Google Shape;380;p22">
              <a:extLst>
                <a:ext uri="{FF2B5EF4-FFF2-40B4-BE49-F238E27FC236}">
                  <a16:creationId xmlns:a16="http://schemas.microsoft.com/office/drawing/2014/main" id="{205DEA06-C992-94F9-1F77-0673FE738C45}"/>
                </a:ext>
              </a:extLst>
            </p:cNvPr>
            <p:cNvSpPr/>
            <p:nvPr/>
          </p:nvSpPr>
          <p:spPr>
            <a:xfrm rot="10800000">
              <a:off x="5070910" y="15991812"/>
              <a:ext cx="855177" cy="246054"/>
            </a:xfrm>
            <a:prstGeom prst="trapezoid">
              <a:avLst>
                <a:gd name="adj" fmla="val 50748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  <a:flatTx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6" name="TextBox 615">
              <a:extLst>
                <a:ext uri="{FF2B5EF4-FFF2-40B4-BE49-F238E27FC236}">
                  <a16:creationId xmlns:a16="http://schemas.microsoft.com/office/drawing/2014/main" id="{298236D1-C3B1-304D-3EBE-0018133DFD95}"/>
                </a:ext>
              </a:extLst>
            </p:cNvPr>
            <p:cNvSpPr txBox="1"/>
            <p:nvPr/>
          </p:nvSpPr>
          <p:spPr>
            <a:xfrm>
              <a:off x="5182566" y="16022897"/>
              <a:ext cx="633958" cy="18388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  <a:defRPr/>
              </a:pPr>
              <a:r>
                <a:rPr lang="en-US" altLang="ko-KR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</a:p>
          </p:txBody>
        </p:sp>
      </p:grpSp>
      <p:grpSp>
        <p:nvGrpSpPr>
          <p:cNvPr id="617" name="그룹 616">
            <a:extLst>
              <a:ext uri="{FF2B5EF4-FFF2-40B4-BE49-F238E27FC236}">
                <a16:creationId xmlns:a16="http://schemas.microsoft.com/office/drawing/2014/main" id="{DCC3C720-DC06-6E6E-31B0-F07C92C6657D}"/>
              </a:ext>
            </a:extLst>
          </p:cNvPr>
          <p:cNvGrpSpPr/>
          <p:nvPr/>
        </p:nvGrpSpPr>
        <p:grpSpPr>
          <a:xfrm>
            <a:off x="4114144" y="2816010"/>
            <a:ext cx="855177" cy="247105"/>
            <a:chOff x="6001932" y="15991813"/>
            <a:chExt cx="855177" cy="246054"/>
          </a:xfrm>
        </p:grpSpPr>
        <p:sp>
          <p:nvSpPr>
            <p:cNvPr id="618" name="Google Shape;380;p22">
              <a:extLst>
                <a:ext uri="{FF2B5EF4-FFF2-40B4-BE49-F238E27FC236}">
                  <a16:creationId xmlns:a16="http://schemas.microsoft.com/office/drawing/2014/main" id="{3C40FB68-B6E2-6ACF-A79E-36220F369851}"/>
                </a:ext>
              </a:extLst>
            </p:cNvPr>
            <p:cNvSpPr/>
            <p:nvPr/>
          </p:nvSpPr>
          <p:spPr>
            <a:xfrm rot="10800000">
              <a:off x="6001932" y="15991813"/>
              <a:ext cx="855177" cy="246054"/>
            </a:xfrm>
            <a:prstGeom prst="trapezoid">
              <a:avLst>
                <a:gd name="adj" fmla="val 50748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  <a:flatTx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EB444249-4655-464B-E760-35744CBFFEE4}"/>
                </a:ext>
              </a:extLst>
            </p:cNvPr>
            <p:cNvSpPr txBox="1"/>
            <p:nvPr/>
          </p:nvSpPr>
          <p:spPr>
            <a:xfrm>
              <a:off x="6111495" y="16022897"/>
              <a:ext cx="633958" cy="18388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  <a:defRPr/>
              </a:pPr>
              <a:r>
                <a:rPr lang="en-US" altLang="ko-KR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</a:p>
          </p:txBody>
        </p:sp>
      </p:grpSp>
      <p:sp>
        <p:nvSpPr>
          <p:cNvPr id="620" name="TextBox 619">
            <a:extLst>
              <a:ext uri="{FF2B5EF4-FFF2-40B4-BE49-F238E27FC236}">
                <a16:creationId xmlns:a16="http://schemas.microsoft.com/office/drawing/2014/main" id="{58E0BBF5-5A6C-5879-DF30-39CC2FAE4104}"/>
              </a:ext>
            </a:extLst>
          </p:cNvPr>
          <p:cNvSpPr txBox="1"/>
          <p:nvPr/>
        </p:nvSpPr>
        <p:spPr>
          <a:xfrm>
            <a:off x="3897892" y="3567576"/>
            <a:ext cx="111038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latinLnBrk="0">
              <a:buClr>
                <a:srgbClr val="000000"/>
              </a:buClr>
              <a:buFont typeface="Arial"/>
              <a:buNone/>
              <a:defRPr/>
            </a:pPr>
            <a:r>
              <a:rPr lang="en-US" altLang="ko-KR" sz="1200" kern="0" dirty="0">
                <a:solidFill>
                  <a:srgbClr val="FFFFFF">
                    <a:lumMod val="75000"/>
                  </a:srgbClr>
                </a:solidFill>
                <a:latin typeface="Arial"/>
                <a:cs typeface="Arial"/>
                <a:sym typeface="Arial"/>
              </a:rPr>
              <a:t>MambaBlock</a:t>
            </a:r>
          </a:p>
        </p:txBody>
      </p:sp>
      <p:cxnSp>
        <p:nvCxnSpPr>
          <p:cNvPr id="621" name="Google Shape;381;p22">
            <a:extLst>
              <a:ext uri="{FF2B5EF4-FFF2-40B4-BE49-F238E27FC236}">
                <a16:creationId xmlns:a16="http://schemas.microsoft.com/office/drawing/2014/main" id="{4C922B0A-3A6D-89B4-B96F-AA22A69280BF}"/>
              </a:ext>
            </a:extLst>
          </p:cNvPr>
          <p:cNvCxnSpPr>
            <a:cxnSpLocks/>
            <a:stCxn id="613" idx="0"/>
            <a:endCxn id="622" idx="2"/>
          </p:cNvCxnSpPr>
          <p:nvPr/>
        </p:nvCxnSpPr>
        <p:spPr>
          <a:xfrm flipH="1" flipV="1">
            <a:off x="3610709" y="260936"/>
            <a:ext cx="3813" cy="29596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2" name="Google Shape;389;p22">
            <a:extLst>
              <a:ext uri="{FF2B5EF4-FFF2-40B4-BE49-F238E27FC236}">
                <a16:creationId xmlns:a16="http://schemas.microsoft.com/office/drawing/2014/main" id="{110EB50C-6215-4DDC-9C18-CAA03B0B94D4}"/>
              </a:ext>
            </a:extLst>
          </p:cNvPr>
          <p:cNvSpPr txBox="1"/>
          <p:nvPr/>
        </p:nvSpPr>
        <p:spPr>
          <a:xfrm>
            <a:off x="3274708" y="2551"/>
            <a:ext cx="672000" cy="25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" sz="1300" kern="0" dirty="0">
                <a:solidFill>
                  <a:srgbClr val="999999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Arial"/>
              </a:rPr>
              <a:t>Output</a:t>
            </a:r>
            <a:endParaRPr sz="1300" kern="0" dirty="0">
              <a:solidFill>
                <a:srgbClr val="999999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0976A9A4-1E1C-032D-6763-84B84305EC3B}"/>
              </a:ext>
            </a:extLst>
          </p:cNvPr>
          <p:cNvSpPr txBox="1"/>
          <p:nvPr/>
        </p:nvSpPr>
        <p:spPr>
          <a:xfrm>
            <a:off x="5885393" y="3853555"/>
            <a:ext cx="65119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altLang="ko-KR" sz="1300" kern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SiLU</a:t>
            </a:r>
          </a:p>
        </p:txBody>
      </p:sp>
      <p:cxnSp>
        <p:nvCxnSpPr>
          <p:cNvPr id="624" name="직선 화살표 연결선 623">
            <a:extLst>
              <a:ext uri="{FF2B5EF4-FFF2-40B4-BE49-F238E27FC236}">
                <a16:creationId xmlns:a16="http://schemas.microsoft.com/office/drawing/2014/main" id="{3077F56E-1590-0DE9-DD8D-E3E8A9F0E292}"/>
              </a:ext>
            </a:extLst>
          </p:cNvPr>
          <p:cNvCxnSpPr>
            <a:cxnSpLocks/>
          </p:cNvCxnSpPr>
          <p:nvPr/>
        </p:nvCxnSpPr>
        <p:spPr>
          <a:xfrm>
            <a:off x="5535328" y="4226597"/>
            <a:ext cx="281676" cy="0"/>
          </a:xfrm>
          <a:prstGeom prst="straightConnector1">
            <a:avLst/>
          </a:prstGeom>
          <a:noFill/>
          <a:ln w="12700" cap="flat" cmpd="sng">
            <a:solidFill>
              <a:srgbClr val="FE6467"/>
            </a:solidFill>
            <a:prstDash val="sysDot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C4202F82-89B0-D666-B356-DAA15F1B30AD}"/>
                  </a:ext>
                </a:extLst>
              </p:cNvPr>
              <p:cNvSpPr txBox="1"/>
              <p:nvPr/>
            </p:nvSpPr>
            <p:spPr>
              <a:xfrm>
                <a:off x="5885394" y="4104609"/>
                <a:ext cx="2464053" cy="40011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atinLnBrk="0">
                  <a:buClr>
                    <a:srgbClr val="000000"/>
                  </a:buClr>
                  <a:buFont typeface="Arial"/>
                  <a:buNone/>
                </a:pPr>
                <a:r>
                  <a:rPr lang="en-US" altLang="ko-KR" sz="1300" kern="0" dirty="0">
                    <a:solidFill>
                      <a:srgbClr val="6666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: Depends on time variability </a:t>
                </a:r>
                <a:br>
                  <a:rPr lang="en-US" altLang="ko-KR" sz="1300" kern="0" dirty="0">
                    <a:solidFill>
                      <a:srgbClr val="6666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</a:br>
                <a:r>
                  <a:rPr lang="en-US" altLang="ko-KR" sz="1300" kern="0" dirty="0">
                    <a:solidFill>
                      <a:srgbClr val="6666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  hyperparameters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𝜃</m:t>
                        </m:r>
                      </m:e>
                      <m:sub>
                        <m: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solidFill>
                      <a:srgbClr val="6666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𝜃</m:t>
                        </m:r>
                      </m:e>
                      <m:sub>
                        <m: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solidFill>
                      <a:srgbClr val="6666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ko-KR" sz="1300" i="1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300" kern="0" dirty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Δ</m:t>
                        </m:r>
                      </m:sub>
                    </m:sSub>
                  </m:oMath>
                </a14:m>
                <a:r>
                  <a:rPr lang="en-US" altLang="ko-KR" sz="1300" kern="0" dirty="0">
                    <a:solidFill>
                      <a:srgbClr val="6666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)</a:t>
                </a:r>
              </a:p>
            </p:txBody>
          </p:sp>
        </mc:Choice>
        <mc:Fallback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C4202F82-89B0-D666-B356-DAA15F1B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394" y="4104609"/>
                <a:ext cx="2464053" cy="400110"/>
              </a:xfrm>
              <a:prstGeom prst="rect">
                <a:avLst/>
              </a:prstGeom>
              <a:blipFill>
                <a:blip r:embed="rId6"/>
                <a:stretch>
                  <a:fillRect l="-4103" t="-15625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6" name="그룹 625">
            <a:extLst>
              <a:ext uri="{FF2B5EF4-FFF2-40B4-BE49-F238E27FC236}">
                <a16:creationId xmlns:a16="http://schemas.microsoft.com/office/drawing/2014/main" id="{9472CD56-0581-8E08-5C5D-23822C1CDC19}"/>
              </a:ext>
            </a:extLst>
          </p:cNvPr>
          <p:cNvGrpSpPr/>
          <p:nvPr/>
        </p:nvGrpSpPr>
        <p:grpSpPr>
          <a:xfrm>
            <a:off x="5580035" y="3868492"/>
            <a:ext cx="192261" cy="196698"/>
            <a:chOff x="6031365" y="13904060"/>
            <a:chExt cx="192261" cy="196698"/>
          </a:xfrm>
        </p:grpSpPr>
        <p:sp>
          <p:nvSpPr>
            <p:cNvPr id="627" name="Google Shape;348;p22">
              <a:extLst>
                <a:ext uri="{FF2B5EF4-FFF2-40B4-BE49-F238E27FC236}">
                  <a16:creationId xmlns:a16="http://schemas.microsoft.com/office/drawing/2014/main" id="{08269983-3C29-AF71-3C23-68E4E983559E}"/>
                </a:ext>
              </a:extLst>
            </p:cNvPr>
            <p:cNvSpPr/>
            <p:nvPr/>
          </p:nvSpPr>
          <p:spPr>
            <a:xfrm>
              <a:off x="6031365" y="13906693"/>
              <a:ext cx="192261" cy="1940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TextBox 627">
                  <a:extLst>
                    <a:ext uri="{FF2B5EF4-FFF2-40B4-BE49-F238E27FC236}">
                      <a16:creationId xmlns:a16="http://schemas.microsoft.com/office/drawing/2014/main" id="{CF8B3C58-CAE2-AA80-E6F9-404F9CE88C96}"/>
                    </a:ext>
                  </a:extLst>
                </p:cNvPr>
                <p:cNvSpPr txBox="1"/>
                <p:nvPr/>
              </p:nvSpPr>
              <p:spPr>
                <a:xfrm>
                  <a:off x="6052693" y="13904060"/>
                  <a:ext cx="1496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ko-KR" sz="1200" i="1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00F26F3A-2A39-F2D1-D3C8-BD6340348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2693" y="13904060"/>
                  <a:ext cx="149605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8333" r="-8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9" name="Google Shape;379;p22">
            <a:extLst>
              <a:ext uri="{FF2B5EF4-FFF2-40B4-BE49-F238E27FC236}">
                <a16:creationId xmlns:a16="http://schemas.microsoft.com/office/drawing/2014/main" id="{D70AAA2C-85FD-54C7-5031-C8572F538685}"/>
              </a:ext>
            </a:extLst>
          </p:cNvPr>
          <p:cNvSpPr/>
          <p:nvPr/>
        </p:nvSpPr>
        <p:spPr>
          <a:xfrm>
            <a:off x="5580035" y="4571810"/>
            <a:ext cx="190800" cy="191428"/>
          </a:xfrm>
          <a:prstGeom prst="roundRect">
            <a:avLst>
              <a:gd name="adj" fmla="val 28518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839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CEF7FBB2-57EB-790E-C749-E824B6C586BB}"/>
              </a:ext>
            </a:extLst>
          </p:cNvPr>
          <p:cNvSpPr txBox="1"/>
          <p:nvPr/>
        </p:nvSpPr>
        <p:spPr>
          <a:xfrm>
            <a:off x="5885393" y="4555719"/>
            <a:ext cx="164876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altLang="ko-KR" sz="1300" kern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Learnable parameter </a:t>
            </a:r>
          </a:p>
        </p:txBody>
      </p:sp>
      <p:grpSp>
        <p:nvGrpSpPr>
          <p:cNvPr id="631" name="그룹 630">
            <a:extLst>
              <a:ext uri="{FF2B5EF4-FFF2-40B4-BE49-F238E27FC236}">
                <a16:creationId xmlns:a16="http://schemas.microsoft.com/office/drawing/2014/main" id="{93A75A5D-8DB6-82F3-C7D3-1DE81A20BBCD}"/>
              </a:ext>
            </a:extLst>
          </p:cNvPr>
          <p:cNvGrpSpPr/>
          <p:nvPr/>
        </p:nvGrpSpPr>
        <p:grpSpPr>
          <a:xfrm>
            <a:off x="5470338" y="7077"/>
            <a:ext cx="2992623" cy="3739831"/>
            <a:chOff x="5477653" y="14392"/>
            <a:chExt cx="2992623" cy="3739831"/>
          </a:xfrm>
        </p:grpSpPr>
        <p:sp>
          <p:nvSpPr>
            <p:cNvPr id="632" name="모서리가 둥근 직사각형 631">
              <a:extLst>
                <a:ext uri="{FF2B5EF4-FFF2-40B4-BE49-F238E27FC236}">
                  <a16:creationId xmlns:a16="http://schemas.microsoft.com/office/drawing/2014/main" id="{3F31FF25-A3E3-2B76-81D7-F07B8A206899}"/>
                </a:ext>
              </a:extLst>
            </p:cNvPr>
            <p:cNvSpPr/>
            <p:nvPr/>
          </p:nvSpPr>
          <p:spPr>
            <a:xfrm>
              <a:off x="5477653" y="14392"/>
              <a:ext cx="2992623" cy="3739831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85000"/>
                </a:srgbClr>
              </a:solidFill>
              <a:prstDash val="sysDash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sz="1400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grpSp>
          <p:nvGrpSpPr>
            <p:cNvPr id="633" name="그룹 632">
              <a:extLst>
                <a:ext uri="{FF2B5EF4-FFF2-40B4-BE49-F238E27FC236}">
                  <a16:creationId xmlns:a16="http://schemas.microsoft.com/office/drawing/2014/main" id="{0506A294-BE6E-6F51-092B-76CFC6C88566}"/>
                </a:ext>
              </a:extLst>
            </p:cNvPr>
            <p:cNvGrpSpPr/>
            <p:nvPr/>
          </p:nvGrpSpPr>
          <p:grpSpPr>
            <a:xfrm>
              <a:off x="5666764" y="112903"/>
              <a:ext cx="2614400" cy="3574695"/>
              <a:chOff x="5666763" y="112903"/>
              <a:chExt cx="2614400" cy="3574695"/>
            </a:xfrm>
          </p:grpSpPr>
          <p:cxnSp>
            <p:nvCxnSpPr>
              <p:cNvPr id="634" name="Google Shape;381;p22">
                <a:extLst>
                  <a:ext uri="{FF2B5EF4-FFF2-40B4-BE49-F238E27FC236}">
                    <a16:creationId xmlns:a16="http://schemas.microsoft.com/office/drawing/2014/main" id="{FCBB1A51-2770-5A85-C15A-F08C007FA2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85778" y="3458507"/>
                <a:ext cx="1" cy="229091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35" name="Google Shape;380;p22">
                <a:extLst>
                  <a:ext uri="{FF2B5EF4-FFF2-40B4-BE49-F238E27FC236}">
                    <a16:creationId xmlns:a16="http://schemas.microsoft.com/office/drawing/2014/main" id="{69ECF869-2AF5-DF21-5984-5670762F2362}"/>
                  </a:ext>
                </a:extLst>
              </p:cNvPr>
              <p:cNvSpPr/>
              <p:nvPr/>
            </p:nvSpPr>
            <p:spPr>
              <a:xfrm>
                <a:off x="5666763" y="2240257"/>
                <a:ext cx="1138242" cy="278182"/>
              </a:xfrm>
              <a:prstGeom prst="trapezoid">
                <a:avLst>
                  <a:gd name="adj" fmla="val 57673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r>
                  <a:rPr lang="en" sz="1200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  <a:endParaRPr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36" name="Google Shape;382;p22">
                <a:extLst>
                  <a:ext uri="{FF2B5EF4-FFF2-40B4-BE49-F238E27FC236}">
                    <a16:creationId xmlns:a16="http://schemas.microsoft.com/office/drawing/2014/main" id="{964228C1-B149-6145-77F9-82B94286A550}"/>
                  </a:ext>
                </a:extLst>
              </p:cNvPr>
              <p:cNvCxnSpPr>
                <a:cxnSpLocks/>
                <a:stCxn id="651" idx="0"/>
                <a:endCxn id="635" idx="2"/>
              </p:cNvCxnSpPr>
              <p:nvPr/>
            </p:nvCxnSpPr>
            <p:spPr>
              <a:xfrm rot="16200000" flipV="1">
                <a:off x="6469879" y="2284445"/>
                <a:ext cx="281905" cy="749894"/>
              </a:xfrm>
              <a:prstGeom prst="bentConnector3">
                <a:avLst>
                  <a:gd name="adj1" fmla="val 31753"/>
                </a:avLst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37" name="Google Shape;380;p22">
                <a:extLst>
                  <a:ext uri="{FF2B5EF4-FFF2-40B4-BE49-F238E27FC236}">
                    <a16:creationId xmlns:a16="http://schemas.microsoft.com/office/drawing/2014/main" id="{E604793F-1A94-045D-11FF-28CA0674B86E}"/>
                  </a:ext>
                </a:extLst>
              </p:cNvPr>
              <p:cNvSpPr/>
              <p:nvPr/>
            </p:nvSpPr>
            <p:spPr>
              <a:xfrm>
                <a:off x="7142921" y="2240257"/>
                <a:ext cx="1138242" cy="278182"/>
              </a:xfrm>
              <a:prstGeom prst="trapezoid">
                <a:avLst>
                  <a:gd name="adj" fmla="val 57673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r>
                  <a:rPr lang="en" sz="1200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  <a:endParaRPr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38" name="Google Shape;382;p22">
                <a:extLst>
                  <a:ext uri="{FF2B5EF4-FFF2-40B4-BE49-F238E27FC236}">
                    <a16:creationId xmlns:a16="http://schemas.microsoft.com/office/drawing/2014/main" id="{B872F0E8-925C-B5B4-F6D5-4B4EDD5A9128}"/>
                  </a:ext>
                </a:extLst>
              </p:cNvPr>
              <p:cNvCxnSpPr>
                <a:cxnSpLocks/>
                <a:stCxn id="651" idx="0"/>
                <a:endCxn id="637" idx="2"/>
              </p:cNvCxnSpPr>
              <p:nvPr/>
            </p:nvCxnSpPr>
            <p:spPr>
              <a:xfrm rot="5400000" flipH="1" flipV="1">
                <a:off x="7207958" y="2296260"/>
                <a:ext cx="281905" cy="726264"/>
              </a:xfrm>
              <a:prstGeom prst="bentConnector3">
                <a:avLst>
                  <a:gd name="adj1" fmla="val 31754"/>
                </a:avLst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39" name="Google Shape;381;p22">
                <a:extLst>
                  <a:ext uri="{FF2B5EF4-FFF2-40B4-BE49-F238E27FC236}">
                    <a16:creationId xmlns:a16="http://schemas.microsoft.com/office/drawing/2014/main" id="{C6A56D09-41D2-2D77-08FD-C36A4796B26B}"/>
                  </a:ext>
                </a:extLst>
              </p:cNvPr>
              <p:cNvCxnSpPr>
                <a:cxnSpLocks/>
                <a:stCxn id="642" idx="0"/>
                <a:endCxn id="641" idx="2"/>
              </p:cNvCxnSpPr>
              <p:nvPr/>
            </p:nvCxnSpPr>
            <p:spPr>
              <a:xfrm flipV="1">
                <a:off x="7712042" y="1409420"/>
                <a:ext cx="0" cy="188814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40" name="Google Shape;382;p22">
                <a:extLst>
                  <a:ext uri="{FF2B5EF4-FFF2-40B4-BE49-F238E27FC236}">
                    <a16:creationId xmlns:a16="http://schemas.microsoft.com/office/drawing/2014/main" id="{0D399CE0-8E65-250F-C9CE-48540048266B}"/>
                  </a:ext>
                </a:extLst>
              </p:cNvPr>
              <p:cNvCxnSpPr>
                <a:cxnSpLocks/>
                <a:stCxn id="656" idx="0"/>
                <a:endCxn id="645" idx="2"/>
              </p:cNvCxnSpPr>
              <p:nvPr/>
            </p:nvCxnSpPr>
            <p:spPr>
              <a:xfrm rot="5400000" flipH="1" flipV="1">
                <a:off x="6107638" y="989297"/>
                <a:ext cx="912212" cy="655720"/>
              </a:xfrm>
              <a:prstGeom prst="bentConnector2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41" name="Google Shape;380;p22">
                <a:extLst>
                  <a:ext uri="{FF2B5EF4-FFF2-40B4-BE49-F238E27FC236}">
                    <a16:creationId xmlns:a16="http://schemas.microsoft.com/office/drawing/2014/main" id="{8349942F-2517-491C-667A-2ED9CC24B4BC}"/>
                  </a:ext>
                </a:extLst>
              </p:cNvPr>
              <p:cNvSpPr/>
              <p:nvPr/>
            </p:nvSpPr>
            <p:spPr>
              <a:xfrm>
                <a:off x="7142921" y="1131238"/>
                <a:ext cx="1138242" cy="278182"/>
              </a:xfrm>
              <a:prstGeom prst="roundRect">
                <a:avLst>
                  <a:gd name="adj" fmla="val 16667"/>
                </a:avLst>
              </a:prstGeom>
              <a:solidFill>
                <a:srgbClr val="FFFFFF">
                  <a:lumMod val="95000"/>
                </a:srgbClr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en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rPr>
                  <a:t>Softmax</a:t>
                </a:r>
                <a:endParaRPr sz="12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380;p22">
                <a:extLst>
                  <a:ext uri="{FF2B5EF4-FFF2-40B4-BE49-F238E27FC236}">
                    <a16:creationId xmlns:a16="http://schemas.microsoft.com/office/drawing/2014/main" id="{D651D75D-33D5-D1C4-A8E4-F9289C2F552D}"/>
                  </a:ext>
                </a:extLst>
              </p:cNvPr>
              <p:cNvSpPr/>
              <p:nvPr/>
            </p:nvSpPr>
            <p:spPr>
              <a:xfrm>
                <a:off x="7142921" y="1598233"/>
                <a:ext cx="1138242" cy="453212"/>
              </a:xfrm>
              <a:prstGeom prst="roundRect">
                <a:avLst>
                  <a:gd name="adj" fmla="val 16667"/>
                </a:avLst>
              </a:prstGeom>
              <a:solidFill>
                <a:srgbClr val="E1CFE8">
                  <a:alpha val="90196"/>
                </a:srgbClr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r>
                  <a:rPr lang="en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rPr>
                  <a:t>Adaptive</a:t>
                </a:r>
                <a:br>
                  <a:rPr lang="en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rPr>
                </a:br>
                <a:r>
                  <a:rPr lang="en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rPr>
                  <a:t>Max Pooling</a:t>
                </a:r>
                <a:endParaRPr sz="12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43" name="Google Shape;381;p22">
                <a:extLst>
                  <a:ext uri="{FF2B5EF4-FFF2-40B4-BE49-F238E27FC236}">
                    <a16:creationId xmlns:a16="http://schemas.microsoft.com/office/drawing/2014/main" id="{F4C224E7-838E-7F18-51C8-3F17701F91BA}"/>
                  </a:ext>
                </a:extLst>
              </p:cNvPr>
              <p:cNvCxnSpPr>
                <a:cxnSpLocks/>
                <a:stCxn id="637" idx="0"/>
                <a:endCxn id="642" idx="2"/>
              </p:cNvCxnSpPr>
              <p:nvPr/>
            </p:nvCxnSpPr>
            <p:spPr>
              <a:xfrm flipV="1">
                <a:off x="7712042" y="2051446"/>
                <a:ext cx="0" cy="18881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44" name="Google Shape;382;p22">
                <a:extLst>
                  <a:ext uri="{FF2B5EF4-FFF2-40B4-BE49-F238E27FC236}">
                    <a16:creationId xmlns:a16="http://schemas.microsoft.com/office/drawing/2014/main" id="{67DDB39F-17FD-63CE-B3BF-52395BE0744D}"/>
                  </a:ext>
                </a:extLst>
              </p:cNvPr>
              <p:cNvCxnSpPr>
                <a:cxnSpLocks/>
                <a:stCxn id="641" idx="0"/>
                <a:endCxn id="645" idx="6"/>
              </p:cNvCxnSpPr>
              <p:nvPr/>
            </p:nvCxnSpPr>
            <p:spPr>
              <a:xfrm rot="16200000" flipV="1">
                <a:off x="7254122" y="673317"/>
                <a:ext cx="270187" cy="645655"/>
              </a:xfrm>
              <a:prstGeom prst="bentConnector2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45" name="Google Shape;348;p22">
                <a:extLst>
                  <a:ext uri="{FF2B5EF4-FFF2-40B4-BE49-F238E27FC236}">
                    <a16:creationId xmlns:a16="http://schemas.microsoft.com/office/drawing/2014/main" id="{FF6CD9DA-B0BB-1FC7-BF74-05D11FF77A75}"/>
                  </a:ext>
                </a:extLst>
              </p:cNvPr>
              <p:cNvSpPr/>
              <p:nvPr/>
            </p:nvSpPr>
            <p:spPr>
              <a:xfrm>
                <a:off x="6891604" y="772839"/>
                <a:ext cx="174783" cy="17642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389;p22">
                <a:extLst>
                  <a:ext uri="{FF2B5EF4-FFF2-40B4-BE49-F238E27FC236}">
                    <a16:creationId xmlns:a16="http://schemas.microsoft.com/office/drawing/2014/main" id="{2D05F6D6-E601-7C00-EE03-B51AA4AD255D}"/>
                  </a:ext>
                </a:extLst>
              </p:cNvPr>
              <p:cNvSpPr txBox="1"/>
              <p:nvPr/>
            </p:nvSpPr>
            <p:spPr>
              <a:xfrm>
                <a:off x="6195907" y="722711"/>
                <a:ext cx="598598" cy="258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r" latinLnBrk="0">
                  <a:buClr>
                    <a:srgbClr val="000000"/>
                  </a:buClr>
                  <a:buFont typeface="Arial"/>
                  <a:buNone/>
                </a:pPr>
                <a:r>
                  <a:rPr lang="en" sz="1200" kern="0" dirty="0">
                    <a:solidFill>
                      <a:srgbClr val="9999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Arial"/>
                  </a:rPr>
                  <a:t>per-time</a:t>
                </a:r>
              </a:p>
              <a:p>
                <a:pPr algn="r" latinLnBrk="0">
                  <a:buClr>
                    <a:srgbClr val="000000"/>
                  </a:buClr>
                  <a:buFont typeface="Arial"/>
                  <a:buNone/>
                </a:pPr>
                <a:r>
                  <a:rPr lang="en" sz="1200" kern="0" dirty="0">
                    <a:solidFill>
                      <a:srgbClr val="9999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Arial"/>
                  </a:rPr>
                  <a:t>logit</a:t>
                </a:r>
                <a:endParaRPr sz="1200" kern="0" dirty="0">
                  <a:solidFill>
                    <a:srgbClr val="999999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647" name="Google Shape;389;p22">
                <a:extLst>
                  <a:ext uri="{FF2B5EF4-FFF2-40B4-BE49-F238E27FC236}">
                    <a16:creationId xmlns:a16="http://schemas.microsoft.com/office/drawing/2014/main" id="{7C7C00CC-E18F-356D-D740-2529163C4BCA}"/>
                  </a:ext>
                </a:extLst>
              </p:cNvPr>
              <p:cNvSpPr txBox="1"/>
              <p:nvPr/>
            </p:nvSpPr>
            <p:spPr>
              <a:xfrm>
                <a:off x="7164370" y="717330"/>
                <a:ext cx="672278" cy="258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atinLnBrk="0">
                  <a:buClr>
                    <a:srgbClr val="000000"/>
                  </a:buClr>
                  <a:buFont typeface="Arial"/>
                  <a:buNone/>
                </a:pPr>
                <a:r>
                  <a:rPr lang="en" sz="1200" kern="0" dirty="0">
                    <a:solidFill>
                      <a:srgbClr val="9999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Arial"/>
                  </a:rPr>
                  <a:t>per-time weight</a:t>
                </a:r>
                <a:endParaRPr sz="1200" kern="0" dirty="0">
                  <a:solidFill>
                    <a:srgbClr val="999999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cxnSp>
            <p:nvCxnSpPr>
              <p:cNvPr id="648" name="Google Shape;381;p22">
                <a:extLst>
                  <a:ext uri="{FF2B5EF4-FFF2-40B4-BE49-F238E27FC236}">
                    <a16:creationId xmlns:a16="http://schemas.microsoft.com/office/drawing/2014/main" id="{9104E4B4-4F3E-C0AA-1D86-479CCE58C20F}"/>
                  </a:ext>
                </a:extLst>
              </p:cNvPr>
              <p:cNvCxnSpPr>
                <a:cxnSpLocks/>
                <a:stCxn id="645" idx="0"/>
              </p:cNvCxnSpPr>
              <p:nvPr/>
            </p:nvCxnSpPr>
            <p:spPr>
              <a:xfrm flipH="1" flipV="1">
                <a:off x="6978995" y="530957"/>
                <a:ext cx="1" cy="24188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649" name="Google Shape;347;p22" descr="+" title="MathEquation,#585858">
                <a:extLst>
                  <a:ext uri="{FF2B5EF4-FFF2-40B4-BE49-F238E27FC236}">
                    <a16:creationId xmlns:a16="http://schemas.microsoft.com/office/drawing/2014/main" id="{67450725-B0D6-D66E-82A2-E5B7257E25C1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2700000">
                <a:off x="6909499" y="777511"/>
                <a:ext cx="139023" cy="1670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0" name="Google Shape;380;p22">
                <a:extLst>
                  <a:ext uri="{FF2B5EF4-FFF2-40B4-BE49-F238E27FC236}">
                    <a16:creationId xmlns:a16="http://schemas.microsoft.com/office/drawing/2014/main" id="{CD092E91-EFB7-DF62-4733-703E705F7480}"/>
                  </a:ext>
                </a:extLst>
              </p:cNvPr>
              <p:cNvSpPr/>
              <p:nvPr/>
            </p:nvSpPr>
            <p:spPr>
              <a:xfrm>
                <a:off x="6359744" y="3171994"/>
                <a:ext cx="1252066" cy="278182"/>
              </a:xfrm>
              <a:prstGeom prst="roundRect">
                <a:avLst>
                  <a:gd name="adj" fmla="val 16667"/>
                </a:avLst>
              </a:prstGeom>
              <a:solidFill>
                <a:srgbClr val="FFFFFF">
                  <a:lumMod val="95000"/>
                </a:srgbClr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en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rPr>
                  <a:t>LayerNorm</a:t>
                </a:r>
                <a:endParaRPr sz="12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348;p22">
                <a:extLst>
                  <a:ext uri="{FF2B5EF4-FFF2-40B4-BE49-F238E27FC236}">
                    <a16:creationId xmlns:a16="http://schemas.microsoft.com/office/drawing/2014/main" id="{C951862B-90C6-778F-F1F6-D8130100B10C}"/>
                  </a:ext>
                </a:extLst>
              </p:cNvPr>
              <p:cNvSpPr/>
              <p:nvPr/>
            </p:nvSpPr>
            <p:spPr>
              <a:xfrm>
                <a:off x="6889647" y="2800344"/>
                <a:ext cx="192261" cy="194065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2" name="TextBox 651">
                    <a:extLst>
                      <a:ext uri="{FF2B5EF4-FFF2-40B4-BE49-F238E27FC236}">
                        <a16:creationId xmlns:a16="http://schemas.microsoft.com/office/drawing/2014/main" id="{B9EE0790-515D-97E0-A744-3F5370A7C316}"/>
                      </a:ext>
                    </a:extLst>
                  </p:cNvPr>
                  <p:cNvSpPr txBox="1"/>
                  <p:nvPr/>
                </p:nvSpPr>
                <p:spPr>
                  <a:xfrm>
                    <a:off x="6910975" y="2800495"/>
                    <a:ext cx="149605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latinLnBrk="0">
                      <a:buClr>
                        <a:srgbClr val="000000"/>
                      </a:buClr>
                      <a:buFont typeface="Arial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ko-KR" sz="1200" i="1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sz="1200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560" name="TextBox 559">
                    <a:extLst>
                      <a:ext uri="{FF2B5EF4-FFF2-40B4-BE49-F238E27FC236}">
                        <a16:creationId xmlns:a16="http://schemas.microsoft.com/office/drawing/2014/main" id="{A77EA56D-D498-EEF9-BD99-4FBC368272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0975" y="2800495"/>
                    <a:ext cx="149605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692" r="-7692" b="-625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53" name="Google Shape;381;p22">
                <a:extLst>
                  <a:ext uri="{FF2B5EF4-FFF2-40B4-BE49-F238E27FC236}">
                    <a16:creationId xmlns:a16="http://schemas.microsoft.com/office/drawing/2014/main" id="{4362E264-587C-DC0D-D62B-4947BD76893D}"/>
                  </a:ext>
                </a:extLst>
              </p:cNvPr>
              <p:cNvCxnSpPr>
                <a:cxnSpLocks/>
                <a:stCxn id="650" idx="0"/>
                <a:endCxn id="651" idx="4"/>
              </p:cNvCxnSpPr>
              <p:nvPr/>
            </p:nvCxnSpPr>
            <p:spPr>
              <a:xfrm flipV="1">
                <a:off x="6985777" y="2994409"/>
                <a:ext cx="1" cy="17758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654" name="그룹 653">
                <a:extLst>
                  <a:ext uri="{FF2B5EF4-FFF2-40B4-BE49-F238E27FC236}">
                    <a16:creationId xmlns:a16="http://schemas.microsoft.com/office/drawing/2014/main" id="{D16A25C4-7794-212B-B6C2-75B0861EA3A0}"/>
                  </a:ext>
                </a:extLst>
              </p:cNvPr>
              <p:cNvGrpSpPr/>
              <p:nvPr/>
            </p:nvGrpSpPr>
            <p:grpSpPr>
              <a:xfrm>
                <a:off x="6877833" y="339809"/>
                <a:ext cx="192261" cy="194065"/>
                <a:chOff x="6031365" y="13906693"/>
                <a:chExt cx="192261" cy="194065"/>
              </a:xfrm>
            </p:grpSpPr>
            <p:sp>
              <p:nvSpPr>
                <p:cNvPr id="658" name="Google Shape;348;p22">
                  <a:extLst>
                    <a:ext uri="{FF2B5EF4-FFF2-40B4-BE49-F238E27FC236}">
                      <a16:creationId xmlns:a16="http://schemas.microsoft.com/office/drawing/2014/main" id="{4CB63427-F81F-5BE1-E2C7-D0C8BA562310}"/>
                    </a:ext>
                  </a:extLst>
                </p:cNvPr>
                <p:cNvSpPr/>
                <p:nvPr/>
              </p:nvSpPr>
              <p:spPr>
                <a:xfrm>
                  <a:off x="6031365" y="13906693"/>
                  <a:ext cx="192261" cy="194065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 defTabSz="914400">
                    <a:buClr>
                      <a:srgbClr val="000000"/>
                    </a:buClr>
                  </a:pPr>
                  <a:endParaRPr sz="1200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9" name="TextBox 658">
                      <a:extLst>
                        <a:ext uri="{FF2B5EF4-FFF2-40B4-BE49-F238E27FC236}">
                          <a16:creationId xmlns:a16="http://schemas.microsoft.com/office/drawing/2014/main" id="{AA8AFD72-2B20-47C5-6876-0667A171AC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52693" y="13908949"/>
                      <a:ext cx="149605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>
                      <a:spAutoFit/>
                    </a:bodyPr>
                    <a:lstStyle/>
                    <a:p>
                      <a:pPr defTabSz="914400">
                        <a:buClr>
                          <a:srgbClr val="000000"/>
                        </a:buCl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ko-KR" sz="1050" i="1" kern="0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∑</m:t>
                            </m:r>
                          </m:oMath>
                        </m:oMathPara>
                      </a14:m>
                      <a:endParaRPr kumimoji="1" lang="en-US" altLang="ko-KR" sz="1050" kern="0" dirty="0">
                        <a:solidFill>
                          <a:srgbClr val="59595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mc:Choice>
              <mc:Fallback xmlns="">
                <p:sp>
                  <p:nvSpPr>
                    <p:cNvPr id="571" name="TextBox 570">
                      <a:extLst>
                        <a:ext uri="{FF2B5EF4-FFF2-40B4-BE49-F238E27FC236}">
                          <a16:creationId xmlns:a16="http://schemas.microsoft.com/office/drawing/2014/main" id="{D7592BF4-2676-720F-E943-984D2951DB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52693" y="13908949"/>
                      <a:ext cx="149605" cy="16158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5385" r="-15385" b="-384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55" name="Google Shape;381;p22">
                <a:extLst>
                  <a:ext uri="{FF2B5EF4-FFF2-40B4-BE49-F238E27FC236}">
                    <a16:creationId xmlns:a16="http://schemas.microsoft.com/office/drawing/2014/main" id="{431464F2-485C-AF44-8633-F1A7536578E2}"/>
                  </a:ext>
                </a:extLst>
              </p:cNvPr>
              <p:cNvCxnSpPr>
                <a:cxnSpLocks/>
                <a:stCxn id="658" idx="0"/>
              </p:cNvCxnSpPr>
              <p:nvPr/>
            </p:nvCxnSpPr>
            <p:spPr>
              <a:xfrm flipH="1" flipV="1">
                <a:off x="6971937" y="112903"/>
                <a:ext cx="2027" cy="226906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56" name="Google Shape;380;p22">
                <a:extLst>
                  <a:ext uri="{FF2B5EF4-FFF2-40B4-BE49-F238E27FC236}">
                    <a16:creationId xmlns:a16="http://schemas.microsoft.com/office/drawing/2014/main" id="{10C8B9B8-3911-00C9-5A53-9091DBC461F6}"/>
                  </a:ext>
                </a:extLst>
              </p:cNvPr>
              <p:cNvSpPr/>
              <p:nvPr/>
            </p:nvSpPr>
            <p:spPr>
              <a:xfrm>
                <a:off x="5666763" y="1773263"/>
                <a:ext cx="1138242" cy="278182"/>
              </a:xfrm>
              <a:prstGeom prst="roundRect">
                <a:avLst>
                  <a:gd name="adj" fmla="val 16667"/>
                </a:avLst>
              </a:prstGeom>
              <a:solidFill>
                <a:srgbClr val="FFFFFF">
                  <a:lumMod val="95000"/>
                </a:srgbClr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en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rPr>
                  <a:t>Dropout</a:t>
                </a:r>
                <a:endParaRPr sz="12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57" name="Google Shape;381;p22">
                <a:extLst>
                  <a:ext uri="{FF2B5EF4-FFF2-40B4-BE49-F238E27FC236}">
                    <a16:creationId xmlns:a16="http://schemas.microsoft.com/office/drawing/2014/main" id="{01E49223-8B3E-7912-6DE4-CF0FB49FCBA6}"/>
                  </a:ext>
                </a:extLst>
              </p:cNvPr>
              <p:cNvCxnSpPr>
                <a:cxnSpLocks/>
                <a:stCxn id="635" idx="0"/>
                <a:endCxn id="656" idx="2"/>
              </p:cNvCxnSpPr>
              <p:nvPr/>
            </p:nvCxnSpPr>
            <p:spPr>
              <a:xfrm flipV="1">
                <a:off x="6235884" y="2051444"/>
                <a:ext cx="0" cy="18881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660" name="그룹 659">
            <a:extLst>
              <a:ext uri="{FF2B5EF4-FFF2-40B4-BE49-F238E27FC236}">
                <a16:creationId xmlns:a16="http://schemas.microsoft.com/office/drawing/2014/main" id="{41359D5E-77E1-20D2-D362-E0C374741E64}"/>
              </a:ext>
            </a:extLst>
          </p:cNvPr>
          <p:cNvGrpSpPr/>
          <p:nvPr/>
        </p:nvGrpSpPr>
        <p:grpSpPr>
          <a:xfrm>
            <a:off x="8370" y="3077851"/>
            <a:ext cx="2222073" cy="1684066"/>
            <a:chOff x="3798" y="3086995"/>
            <a:chExt cx="2222073" cy="1684066"/>
          </a:xfrm>
        </p:grpSpPr>
        <p:sp>
          <p:nvSpPr>
            <p:cNvPr id="661" name="모서리가 둥근 직사각형 660">
              <a:extLst>
                <a:ext uri="{FF2B5EF4-FFF2-40B4-BE49-F238E27FC236}">
                  <a16:creationId xmlns:a16="http://schemas.microsoft.com/office/drawing/2014/main" id="{CEB9B393-4B70-EF13-369D-B759A3FACD31}"/>
                </a:ext>
              </a:extLst>
            </p:cNvPr>
            <p:cNvSpPr/>
            <p:nvPr/>
          </p:nvSpPr>
          <p:spPr>
            <a:xfrm>
              <a:off x="3798" y="3086995"/>
              <a:ext cx="2222073" cy="1684066"/>
            </a:xfrm>
            <a:prstGeom prst="roundRect">
              <a:avLst>
                <a:gd name="adj" fmla="val 7024"/>
              </a:avLst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85000"/>
                </a:srgbClr>
              </a:solidFill>
              <a:prstDash val="sysDash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r>
                <a:rPr kumimoji="1" lang="en-US" altLang="ko-KR" sz="1200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rPr>
                <a:t>x</a:t>
              </a:r>
              <a:endParaRPr kumimoji="1" lang="ko-KR" altLang="en-US" sz="1200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grpSp>
          <p:nvGrpSpPr>
            <p:cNvPr id="662" name="Google Shape;346;p22">
              <a:extLst>
                <a:ext uri="{FF2B5EF4-FFF2-40B4-BE49-F238E27FC236}">
                  <a16:creationId xmlns:a16="http://schemas.microsoft.com/office/drawing/2014/main" id="{7FB5DE5E-6F8B-06AD-F5D6-136741CF47D7}"/>
                </a:ext>
              </a:extLst>
            </p:cNvPr>
            <p:cNvGrpSpPr/>
            <p:nvPr/>
          </p:nvGrpSpPr>
          <p:grpSpPr>
            <a:xfrm>
              <a:off x="1328546" y="3852004"/>
              <a:ext cx="174783" cy="176424"/>
              <a:chOff x="2394712" y="3461097"/>
              <a:chExt cx="211488" cy="213472"/>
            </a:xfrm>
          </p:grpSpPr>
          <p:pic>
            <p:nvPicPr>
              <p:cNvPr id="674" name="Google Shape;347;p22" descr="+" title="MathEquation,#585858">
                <a:extLst>
                  <a:ext uri="{FF2B5EF4-FFF2-40B4-BE49-F238E27FC236}">
                    <a16:creationId xmlns:a16="http://schemas.microsoft.com/office/drawing/2014/main" id="{0BEAC064-F49B-E2D9-0093-722302BC7B5C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407953" y="3466722"/>
                <a:ext cx="185040" cy="2021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5" name="Google Shape;348;p22">
                <a:extLst>
                  <a:ext uri="{FF2B5EF4-FFF2-40B4-BE49-F238E27FC236}">
                    <a16:creationId xmlns:a16="http://schemas.microsoft.com/office/drawing/2014/main" id="{5F46B718-E2D8-B39C-154A-7BD566E1766B}"/>
                  </a:ext>
                </a:extLst>
              </p:cNvPr>
              <p:cNvSpPr/>
              <p:nvPr/>
            </p:nvSpPr>
            <p:spPr>
              <a:xfrm>
                <a:off x="2394712" y="3461097"/>
                <a:ext cx="211488" cy="213472"/>
              </a:xfrm>
              <a:prstGeom prst="ellipse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sz="1200" kern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3" name="Google Shape;349;p22">
              <a:extLst>
                <a:ext uri="{FF2B5EF4-FFF2-40B4-BE49-F238E27FC236}">
                  <a16:creationId xmlns:a16="http://schemas.microsoft.com/office/drawing/2014/main" id="{8EDC3AAB-6230-492D-D6C2-E026CC697D5D}"/>
                </a:ext>
              </a:extLst>
            </p:cNvPr>
            <p:cNvGrpSpPr/>
            <p:nvPr/>
          </p:nvGrpSpPr>
          <p:grpSpPr>
            <a:xfrm>
              <a:off x="819970" y="3803664"/>
              <a:ext cx="267495" cy="265151"/>
              <a:chOff x="7687999" y="1673849"/>
              <a:chExt cx="407181" cy="385200"/>
            </a:xfrm>
          </p:grpSpPr>
          <p:sp>
            <p:nvSpPr>
              <p:cNvPr id="672" name="Google Shape;350;p22">
                <a:extLst>
                  <a:ext uri="{FF2B5EF4-FFF2-40B4-BE49-F238E27FC236}">
                    <a16:creationId xmlns:a16="http://schemas.microsoft.com/office/drawing/2014/main" id="{A07A96E5-F561-262F-8D22-34F3377630AC}"/>
                  </a:ext>
                </a:extLst>
              </p:cNvPr>
              <p:cNvSpPr/>
              <p:nvPr/>
            </p:nvSpPr>
            <p:spPr>
              <a:xfrm>
                <a:off x="7687999" y="1673849"/>
                <a:ext cx="407100" cy="385200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sz="1200" kern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351;p22">
                <a:extLst>
                  <a:ext uri="{FF2B5EF4-FFF2-40B4-BE49-F238E27FC236}">
                    <a16:creationId xmlns:a16="http://schemas.microsoft.com/office/drawing/2014/main" id="{4621FC87-6961-4ED5-D20C-1CF3D06F405F}"/>
                  </a:ext>
                </a:extLst>
              </p:cNvPr>
              <p:cNvSpPr/>
              <p:nvPr/>
            </p:nvSpPr>
            <p:spPr>
              <a:xfrm>
                <a:off x="7695890" y="1786160"/>
                <a:ext cx="399290" cy="178980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9028" extrusionOk="0">
                    <a:moveTo>
                      <a:pt x="0" y="3089"/>
                    </a:moveTo>
                    <a:cubicBezTo>
                      <a:pt x="1222" y="2614"/>
                      <a:pt x="4819" y="-712"/>
                      <a:pt x="7331" y="238"/>
                    </a:cubicBezTo>
                    <a:cubicBezTo>
                      <a:pt x="9843" y="1188"/>
                      <a:pt x="12830" y="7841"/>
                      <a:pt x="15070" y="8791"/>
                    </a:cubicBezTo>
                    <a:cubicBezTo>
                      <a:pt x="17310" y="9741"/>
                      <a:pt x="19822" y="6415"/>
                      <a:pt x="20772" y="5940"/>
                    </a:cubicBezTo>
                  </a:path>
                </a:pathLst>
              </a:cu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/>
              <a:lstStyle/>
              <a:p>
                <a:pPr algn="ctr" defTabSz="914400">
                  <a:buClr>
                    <a:srgbClr val="000000"/>
                  </a:buClr>
                </a:pPr>
                <a:endParaRPr lang="ko-KR" altLang="en-US"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4" name="Google Shape;352;p22">
              <a:extLst>
                <a:ext uri="{FF2B5EF4-FFF2-40B4-BE49-F238E27FC236}">
                  <a16:creationId xmlns:a16="http://schemas.microsoft.com/office/drawing/2014/main" id="{15004227-43FB-F0F5-8A07-E88ECF41B51F}"/>
                </a:ext>
              </a:extLst>
            </p:cNvPr>
            <p:cNvSpPr txBox="1"/>
            <p:nvPr/>
          </p:nvSpPr>
          <p:spPr>
            <a:xfrm>
              <a:off x="35619" y="3691292"/>
              <a:ext cx="709056" cy="461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 latinLnBrk="0">
                <a:buClr>
                  <a:srgbClr val="000000"/>
                </a:buClr>
                <a:buFont typeface="Arial"/>
                <a:buNone/>
              </a:pPr>
              <a:r>
                <a:rPr lang="en-US" sz="11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Positional </a:t>
              </a:r>
            </a:p>
            <a:p>
              <a:pPr algn="r" latinLnBrk="0">
                <a:buClr>
                  <a:srgbClr val="000000"/>
                </a:buClr>
                <a:buFont typeface="Arial"/>
                <a:buNone/>
              </a:pPr>
              <a:r>
                <a:rPr lang="en-US" sz="11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Encoding</a:t>
              </a:r>
            </a:p>
          </p:txBody>
        </p:sp>
        <p:cxnSp>
          <p:nvCxnSpPr>
            <p:cNvPr id="665" name="Google Shape;353;p22">
              <a:extLst>
                <a:ext uri="{FF2B5EF4-FFF2-40B4-BE49-F238E27FC236}">
                  <a16:creationId xmlns:a16="http://schemas.microsoft.com/office/drawing/2014/main" id="{2EB9903B-9B56-CA0E-A881-D049941F451F}"/>
                </a:ext>
              </a:extLst>
            </p:cNvPr>
            <p:cNvCxnSpPr>
              <a:cxnSpLocks/>
              <a:stCxn id="675" idx="2"/>
              <a:endCxn id="672" idx="6"/>
            </p:cNvCxnSpPr>
            <p:nvPr/>
          </p:nvCxnSpPr>
          <p:spPr>
            <a:xfrm flipH="1" flipV="1">
              <a:off x="1087412" y="3936240"/>
              <a:ext cx="241134" cy="397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6" name="Google Shape;380;p22">
              <a:extLst>
                <a:ext uri="{FF2B5EF4-FFF2-40B4-BE49-F238E27FC236}">
                  <a16:creationId xmlns:a16="http://schemas.microsoft.com/office/drawing/2014/main" id="{5AEF9BCF-D48D-C06B-3F24-721DACB060DF}"/>
                </a:ext>
              </a:extLst>
            </p:cNvPr>
            <p:cNvSpPr/>
            <p:nvPr/>
          </p:nvSpPr>
          <p:spPr>
            <a:xfrm>
              <a:off x="789899" y="4201390"/>
              <a:ext cx="1252066" cy="278182"/>
            </a:xfrm>
            <a:prstGeom prst="roundRect">
              <a:avLst>
                <a:gd name="adj" fmla="val 16667"/>
              </a:avLst>
            </a:prstGeom>
            <a:solidFill>
              <a:srgbClr val="E7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667" name="Google Shape;395;p22">
              <a:extLst>
                <a:ext uri="{FF2B5EF4-FFF2-40B4-BE49-F238E27FC236}">
                  <a16:creationId xmlns:a16="http://schemas.microsoft.com/office/drawing/2014/main" id="{B401CD27-1A2B-8263-B886-1095B963ADA0}"/>
                </a:ext>
              </a:extLst>
            </p:cNvPr>
            <p:cNvCxnSpPr>
              <a:cxnSpLocks/>
              <a:stCxn id="666" idx="0"/>
              <a:endCxn id="675" idx="4"/>
            </p:cNvCxnSpPr>
            <p:nvPr/>
          </p:nvCxnSpPr>
          <p:spPr>
            <a:xfrm flipV="1">
              <a:off x="1415932" y="4028428"/>
              <a:ext cx="6" cy="17296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8" name="Google Shape;394;p22">
              <a:extLst>
                <a:ext uri="{FF2B5EF4-FFF2-40B4-BE49-F238E27FC236}">
                  <a16:creationId xmlns:a16="http://schemas.microsoft.com/office/drawing/2014/main" id="{0E6B00F2-2468-0B84-5C20-437274B9A5CE}"/>
                </a:ext>
              </a:extLst>
            </p:cNvPr>
            <p:cNvCxnSpPr>
              <a:cxnSpLocks/>
              <a:stCxn id="675" idx="0"/>
              <a:endCxn id="670" idx="2"/>
            </p:cNvCxnSpPr>
            <p:nvPr/>
          </p:nvCxnSpPr>
          <p:spPr>
            <a:xfrm flipH="1" flipV="1">
              <a:off x="1415932" y="3675677"/>
              <a:ext cx="6" cy="17632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9" name="Google Shape;395;p22">
              <a:extLst>
                <a:ext uri="{FF2B5EF4-FFF2-40B4-BE49-F238E27FC236}">
                  <a16:creationId xmlns:a16="http://schemas.microsoft.com/office/drawing/2014/main" id="{3C73AEB7-7B02-06CF-8B45-021AF271FCC7}"/>
                </a:ext>
              </a:extLst>
            </p:cNvPr>
            <p:cNvCxnSpPr>
              <a:cxnSpLocks/>
              <a:endCxn id="666" idx="2"/>
            </p:cNvCxnSpPr>
            <p:nvPr/>
          </p:nvCxnSpPr>
          <p:spPr>
            <a:xfrm flipV="1">
              <a:off x="1415932" y="4479571"/>
              <a:ext cx="0" cy="2290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0" name="Google Shape;380;p22">
              <a:extLst>
                <a:ext uri="{FF2B5EF4-FFF2-40B4-BE49-F238E27FC236}">
                  <a16:creationId xmlns:a16="http://schemas.microsoft.com/office/drawing/2014/main" id="{51572161-DC59-57C5-193E-613A7963CD2A}"/>
                </a:ext>
              </a:extLst>
            </p:cNvPr>
            <p:cNvSpPr/>
            <p:nvPr/>
          </p:nvSpPr>
          <p:spPr>
            <a:xfrm>
              <a:off x="789899" y="3397495"/>
              <a:ext cx="1252066" cy="278182"/>
            </a:xfrm>
            <a:prstGeom prst="roundRect">
              <a:avLst>
                <a:gd name="adj" fmla="val 16667"/>
              </a:avLst>
            </a:prstGeom>
            <a:solidFill>
              <a:srgbClr val="FFFFFF">
                <a:lumMod val="95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Dropout</a:t>
              </a:r>
              <a:endParaRPr sz="1200" kern="0" dirty="0"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671" name="Google Shape;395;p22">
              <a:extLst>
                <a:ext uri="{FF2B5EF4-FFF2-40B4-BE49-F238E27FC236}">
                  <a16:creationId xmlns:a16="http://schemas.microsoft.com/office/drawing/2014/main" id="{FBB899BA-96C9-B2F0-24A1-634E0BEA22AE}"/>
                </a:ext>
              </a:extLst>
            </p:cNvPr>
            <p:cNvCxnSpPr>
              <a:cxnSpLocks/>
              <a:stCxn id="670" idx="0"/>
            </p:cNvCxnSpPr>
            <p:nvPr/>
          </p:nvCxnSpPr>
          <p:spPr>
            <a:xfrm flipV="1">
              <a:off x="1415932" y="3169556"/>
              <a:ext cx="0" cy="2279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76" name="TextBox 675">
            <a:extLst>
              <a:ext uri="{FF2B5EF4-FFF2-40B4-BE49-F238E27FC236}">
                <a16:creationId xmlns:a16="http://schemas.microsoft.com/office/drawing/2014/main" id="{0D59AB14-62A0-A34D-2343-B06D1A6A796F}"/>
              </a:ext>
            </a:extLst>
          </p:cNvPr>
          <p:cNvSpPr txBox="1"/>
          <p:nvPr/>
        </p:nvSpPr>
        <p:spPr>
          <a:xfrm>
            <a:off x="5086834" y="3568880"/>
            <a:ext cx="32232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  <a:defRPr/>
            </a:pPr>
            <a:r>
              <a:rPr lang="en-US" altLang="ko-KR" sz="1200" kern="0" dirty="0">
                <a:solidFill>
                  <a:srgbClr val="FFFFFF">
                    <a:lumMod val="75000"/>
                  </a:srgbClr>
                </a:solidFill>
                <a:latin typeface="Arial"/>
                <a:cs typeface="Arial"/>
                <a:sym typeface="Arial"/>
              </a:rPr>
              <a:t>×1</a:t>
            </a:r>
          </a:p>
        </p:txBody>
      </p:sp>
    </p:spTree>
    <p:extLst>
      <p:ext uri="{BB962C8B-B14F-4D97-AF65-F5344CB8AC3E}">
        <p14:creationId xmlns:p14="http://schemas.microsoft.com/office/powerpoint/2010/main" val="157033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D32E-0C68-E5A0-BD11-97DB5985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838">
            <a:extLst>
              <a:ext uri="{FF2B5EF4-FFF2-40B4-BE49-F238E27FC236}">
                <a16:creationId xmlns:a16="http://schemas.microsoft.com/office/drawing/2014/main" id="{1426F4E9-1C08-E766-92A7-6C7C64BA27CA}"/>
              </a:ext>
            </a:extLst>
          </p:cNvPr>
          <p:cNvSpPr txBox="1"/>
          <p:nvPr/>
        </p:nvSpPr>
        <p:spPr>
          <a:xfrm>
            <a:off x="191700" y="2924615"/>
            <a:ext cx="15354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-US" altLang="ko-KR" sz="1300" kern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(a) SSM (with shift)</a:t>
            </a: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9FFE1902-EAF7-92FC-B9EC-9FC81F506CE9}"/>
              </a:ext>
            </a:extLst>
          </p:cNvPr>
          <p:cNvSpPr txBox="1"/>
          <p:nvPr/>
        </p:nvSpPr>
        <p:spPr>
          <a:xfrm>
            <a:off x="2115690" y="2924615"/>
            <a:ext cx="15354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-US" altLang="ko-KR" sz="1300" kern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(b) Selective SSM</a:t>
            </a:r>
          </a:p>
        </p:txBody>
      </p:sp>
      <p:sp>
        <p:nvSpPr>
          <p:cNvPr id="841" name="TextBox 840">
            <a:extLst>
              <a:ext uri="{FF2B5EF4-FFF2-40B4-BE49-F238E27FC236}">
                <a16:creationId xmlns:a16="http://schemas.microsoft.com/office/drawing/2014/main" id="{C6701564-8541-5FD5-ABE0-27E4B460F268}"/>
              </a:ext>
            </a:extLst>
          </p:cNvPr>
          <p:cNvSpPr txBox="1"/>
          <p:nvPr/>
        </p:nvSpPr>
        <p:spPr>
          <a:xfrm>
            <a:off x="3877813" y="2924615"/>
            <a:ext cx="185793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-US" altLang="ko-KR" sz="1300" kern="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(c) Modular Selective SSM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2336734-64FC-F9F8-0876-27A9B20C38BC}"/>
              </a:ext>
            </a:extLst>
          </p:cNvPr>
          <p:cNvGrpSpPr/>
          <p:nvPr/>
        </p:nvGrpSpPr>
        <p:grpSpPr>
          <a:xfrm>
            <a:off x="1916512" y="3417"/>
            <a:ext cx="1718762" cy="2746185"/>
            <a:chOff x="488960" y="11390999"/>
            <a:chExt cx="1718762" cy="3020804"/>
          </a:xfrm>
        </p:grpSpPr>
        <p:sp>
          <p:nvSpPr>
            <p:cNvPr id="35" name="Google Shape;380;p22">
              <a:extLst>
                <a:ext uri="{FF2B5EF4-FFF2-40B4-BE49-F238E27FC236}">
                  <a16:creationId xmlns:a16="http://schemas.microsoft.com/office/drawing/2014/main" id="{D6ABC3B3-AE56-7D44-5F81-EB77B65B4384}"/>
                </a:ext>
              </a:extLst>
            </p:cNvPr>
            <p:cNvSpPr/>
            <p:nvPr/>
          </p:nvSpPr>
          <p:spPr>
            <a:xfrm>
              <a:off x="825950" y="13854709"/>
              <a:ext cx="1252066" cy="306000"/>
            </a:xfrm>
            <a:prstGeom prst="roundRect">
              <a:avLst>
                <a:gd name="adj" fmla="val 16667"/>
              </a:avLst>
            </a:prstGeom>
            <a:solidFill>
              <a:srgbClr val="E9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348;p22">
              <a:extLst>
                <a:ext uri="{FF2B5EF4-FFF2-40B4-BE49-F238E27FC236}">
                  <a16:creationId xmlns:a16="http://schemas.microsoft.com/office/drawing/2014/main" id="{6B11243D-9496-A547-11F4-BEEAF01F7194}"/>
                </a:ext>
              </a:extLst>
            </p:cNvPr>
            <p:cNvSpPr/>
            <p:nvPr/>
          </p:nvSpPr>
          <p:spPr>
            <a:xfrm>
              <a:off x="1354093" y="13494897"/>
              <a:ext cx="192261" cy="194065"/>
            </a:xfrm>
            <a:prstGeom prst="ellipse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7" name="Google Shape;381;p22">
              <a:extLst>
                <a:ext uri="{FF2B5EF4-FFF2-40B4-BE49-F238E27FC236}">
                  <a16:creationId xmlns:a16="http://schemas.microsoft.com/office/drawing/2014/main" id="{F0040B63-6093-1C10-E423-61D8F307C583}"/>
                </a:ext>
              </a:extLst>
            </p:cNvPr>
            <p:cNvCxnSpPr>
              <a:cxnSpLocks/>
              <a:stCxn id="35" idx="0"/>
              <a:endCxn id="36" idx="4"/>
            </p:cNvCxnSpPr>
            <p:nvPr/>
          </p:nvCxnSpPr>
          <p:spPr>
            <a:xfrm flipH="1" flipV="1">
              <a:off x="1450224" y="13688962"/>
              <a:ext cx="1759" cy="16574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" name="Google Shape;379;p22">
              <a:extLst>
                <a:ext uri="{FF2B5EF4-FFF2-40B4-BE49-F238E27FC236}">
                  <a16:creationId xmlns:a16="http://schemas.microsoft.com/office/drawing/2014/main" id="{89332BF0-C866-B838-EDE2-727BC120A63E}"/>
                </a:ext>
              </a:extLst>
            </p:cNvPr>
            <p:cNvSpPr/>
            <p:nvPr/>
          </p:nvSpPr>
          <p:spPr>
            <a:xfrm>
              <a:off x="819927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sz="1200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39" name="Google Shape;379;p22">
              <a:extLst>
                <a:ext uri="{FF2B5EF4-FFF2-40B4-BE49-F238E27FC236}">
                  <a16:creationId xmlns:a16="http://schemas.microsoft.com/office/drawing/2014/main" id="{E959CA28-F2A1-0912-B46B-CDD25CF41C22}"/>
                </a:ext>
              </a:extLst>
            </p:cNvPr>
            <p:cNvSpPr/>
            <p:nvPr/>
          </p:nvSpPr>
          <p:spPr>
            <a:xfrm>
              <a:off x="1150894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379;p22">
              <a:extLst>
                <a:ext uri="{FF2B5EF4-FFF2-40B4-BE49-F238E27FC236}">
                  <a16:creationId xmlns:a16="http://schemas.microsoft.com/office/drawing/2014/main" id="{71E805B3-38F7-430F-1274-B9EA5CBB3712}"/>
                </a:ext>
              </a:extLst>
            </p:cNvPr>
            <p:cNvSpPr/>
            <p:nvPr/>
          </p:nvSpPr>
          <p:spPr>
            <a:xfrm>
              <a:off x="1481860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" name="Google Shape;382;p22">
              <a:extLst>
                <a:ext uri="{FF2B5EF4-FFF2-40B4-BE49-F238E27FC236}">
                  <a16:creationId xmlns:a16="http://schemas.microsoft.com/office/drawing/2014/main" id="{4DA4EE93-9D31-F14C-B386-E9F8F6CEDA84}"/>
                </a:ext>
              </a:extLst>
            </p:cNvPr>
            <p:cNvCxnSpPr>
              <a:cxnSpLocks/>
              <a:stCxn id="36" idx="0"/>
              <a:endCxn id="39" idx="2"/>
            </p:cNvCxnSpPr>
            <p:nvPr/>
          </p:nvCxnSpPr>
          <p:spPr>
            <a:xfrm rot="16200000" flipV="1">
              <a:off x="901821" y="12946492"/>
              <a:ext cx="932523" cy="164285"/>
            </a:xfrm>
            <a:prstGeom prst="bentConnector3">
              <a:avLst>
                <a:gd name="adj1" fmla="val 11778"/>
              </a:avLst>
            </a:prstGeom>
            <a:noFill/>
            <a:ln w="12700" cap="flat" cmpd="sng">
              <a:solidFill>
                <a:srgbClr val="FE6467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382;p22">
              <a:extLst>
                <a:ext uri="{FF2B5EF4-FFF2-40B4-BE49-F238E27FC236}">
                  <a16:creationId xmlns:a16="http://schemas.microsoft.com/office/drawing/2014/main" id="{D2402E1D-7E4B-007E-7F59-9475B0237727}"/>
                </a:ext>
              </a:extLst>
            </p:cNvPr>
            <p:cNvCxnSpPr>
              <a:cxnSpLocks/>
              <a:stCxn id="36" idx="0"/>
              <a:endCxn id="40" idx="2"/>
            </p:cNvCxnSpPr>
            <p:nvPr/>
          </p:nvCxnSpPr>
          <p:spPr>
            <a:xfrm rot="5400000" flipH="1" flipV="1">
              <a:off x="1067303" y="12945295"/>
              <a:ext cx="932523" cy="166681"/>
            </a:xfrm>
            <a:prstGeom prst="bentConnector3">
              <a:avLst>
                <a:gd name="adj1" fmla="val 11707"/>
              </a:avLst>
            </a:prstGeom>
            <a:noFill/>
            <a:ln w="12700" cap="flat" cmpd="sng">
              <a:solidFill>
                <a:srgbClr val="FE6467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Google Shape;382;p22">
              <a:extLst>
                <a:ext uri="{FF2B5EF4-FFF2-40B4-BE49-F238E27FC236}">
                  <a16:creationId xmlns:a16="http://schemas.microsoft.com/office/drawing/2014/main" id="{E50C6385-42D5-608C-AFCF-64CCA22DFFAC}"/>
                </a:ext>
              </a:extLst>
            </p:cNvPr>
            <p:cNvCxnSpPr>
              <a:cxnSpLocks/>
              <a:stCxn id="36" idx="0"/>
              <a:endCxn id="38" idx="2"/>
            </p:cNvCxnSpPr>
            <p:nvPr/>
          </p:nvCxnSpPr>
          <p:spPr>
            <a:xfrm rot="16200000" flipV="1">
              <a:off x="736337" y="12781009"/>
              <a:ext cx="932523" cy="495252"/>
            </a:xfrm>
            <a:prstGeom prst="bentConnector3">
              <a:avLst>
                <a:gd name="adj1" fmla="val 11799"/>
              </a:avLst>
            </a:prstGeom>
            <a:noFill/>
            <a:ln w="12700" cap="flat" cmpd="sng">
              <a:solidFill>
                <a:srgbClr val="FE6467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Google Shape;382;p22">
              <a:extLst>
                <a:ext uri="{FF2B5EF4-FFF2-40B4-BE49-F238E27FC236}">
                  <a16:creationId xmlns:a16="http://schemas.microsoft.com/office/drawing/2014/main" id="{1F515076-0BC2-99B7-C73E-66E8BC40ED6E}"/>
                </a:ext>
              </a:extLst>
            </p:cNvPr>
            <p:cNvCxnSpPr>
              <a:cxnSpLocks/>
              <a:stCxn id="36" idx="0"/>
              <a:endCxn id="60" idx="4"/>
            </p:cNvCxnSpPr>
            <p:nvPr/>
          </p:nvCxnSpPr>
          <p:spPr>
            <a:xfrm rot="5400000" flipH="1" flipV="1">
              <a:off x="940375" y="12493448"/>
              <a:ext cx="1511299" cy="491600"/>
            </a:xfrm>
            <a:prstGeom prst="bentConnector3">
              <a:avLst>
                <a:gd name="adj1" fmla="val 7143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" name="Google Shape;379;p22">
              <a:extLst>
                <a:ext uri="{FF2B5EF4-FFF2-40B4-BE49-F238E27FC236}">
                  <a16:creationId xmlns:a16="http://schemas.microsoft.com/office/drawing/2014/main" id="{8EC9C7B4-EBB4-3FD1-1A27-49993CD041BC}"/>
                </a:ext>
              </a:extLst>
            </p:cNvPr>
            <p:cNvSpPr/>
            <p:nvPr/>
          </p:nvSpPr>
          <p:spPr>
            <a:xfrm>
              <a:off x="488960" y="12282105"/>
              <a:ext cx="270090" cy="280269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6" name="Google Shape;382;p22">
              <a:extLst>
                <a:ext uri="{FF2B5EF4-FFF2-40B4-BE49-F238E27FC236}">
                  <a16:creationId xmlns:a16="http://schemas.microsoft.com/office/drawing/2014/main" id="{FE079170-0866-ACDE-D0E8-36921B9C6FC4}"/>
                </a:ext>
              </a:extLst>
            </p:cNvPr>
            <p:cNvCxnSpPr>
              <a:cxnSpLocks/>
              <a:stCxn id="45" idx="0"/>
              <a:endCxn id="58" idx="2"/>
            </p:cNvCxnSpPr>
            <p:nvPr/>
          </p:nvCxnSpPr>
          <p:spPr>
            <a:xfrm rot="5400000" flipH="1" flipV="1">
              <a:off x="640234" y="11967368"/>
              <a:ext cx="298507" cy="33096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7" name="Google Shape;381;p22">
              <a:extLst>
                <a:ext uri="{FF2B5EF4-FFF2-40B4-BE49-F238E27FC236}">
                  <a16:creationId xmlns:a16="http://schemas.microsoft.com/office/drawing/2014/main" id="{71699AA0-3D42-930F-7A73-FC0C981701CC}"/>
                </a:ext>
              </a:extLst>
            </p:cNvPr>
            <p:cNvCxnSpPr>
              <a:cxnSpLocks/>
              <a:stCxn id="39" idx="0"/>
              <a:endCxn id="59" idx="2"/>
            </p:cNvCxnSpPr>
            <p:nvPr/>
          </p:nvCxnSpPr>
          <p:spPr>
            <a:xfrm flipH="1" flipV="1">
              <a:off x="1283922" y="11983598"/>
              <a:ext cx="2017" cy="2985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Google Shape;381;p22">
              <a:extLst>
                <a:ext uri="{FF2B5EF4-FFF2-40B4-BE49-F238E27FC236}">
                  <a16:creationId xmlns:a16="http://schemas.microsoft.com/office/drawing/2014/main" id="{B564E876-E97C-ECA6-F1B0-3DDC2C276E75}"/>
                </a:ext>
              </a:extLst>
            </p:cNvPr>
            <p:cNvCxnSpPr>
              <a:cxnSpLocks/>
              <a:stCxn id="40" idx="0"/>
              <a:endCxn id="60" idx="2"/>
            </p:cNvCxnSpPr>
            <p:nvPr/>
          </p:nvCxnSpPr>
          <p:spPr>
            <a:xfrm flipH="1" flipV="1">
              <a:off x="1612874" y="11983598"/>
              <a:ext cx="4031" cy="2985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Google Shape;381;p22">
              <a:extLst>
                <a:ext uri="{FF2B5EF4-FFF2-40B4-BE49-F238E27FC236}">
                  <a16:creationId xmlns:a16="http://schemas.microsoft.com/office/drawing/2014/main" id="{F769A861-A4A4-7BE5-863B-3DCB9F0B5EFC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954972" y="11979671"/>
              <a:ext cx="0" cy="30243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" name="Google Shape;380;p22">
              <a:extLst>
                <a:ext uri="{FF2B5EF4-FFF2-40B4-BE49-F238E27FC236}">
                  <a16:creationId xmlns:a16="http://schemas.microsoft.com/office/drawing/2014/main" id="{5A3B3CBA-831B-9AB3-4F69-A329571A7279}"/>
                </a:ext>
              </a:extLst>
            </p:cNvPr>
            <p:cNvSpPr/>
            <p:nvPr/>
          </p:nvSpPr>
          <p:spPr>
            <a:xfrm>
              <a:off x="692722" y="11642999"/>
              <a:ext cx="1515000" cy="342000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1" name="Google Shape;381;p22">
              <a:extLst>
                <a:ext uri="{FF2B5EF4-FFF2-40B4-BE49-F238E27FC236}">
                  <a16:creationId xmlns:a16="http://schemas.microsoft.com/office/drawing/2014/main" id="{759FF2F7-9799-290E-A7B1-200EB02580CD}"/>
                </a:ext>
              </a:extLst>
            </p:cNvPr>
            <p:cNvCxnSpPr>
              <a:cxnSpLocks/>
              <a:stCxn id="50" idx="0"/>
            </p:cNvCxnSpPr>
            <p:nvPr/>
          </p:nvCxnSpPr>
          <p:spPr>
            <a:xfrm flipV="1">
              <a:off x="1450222" y="11390999"/>
              <a:ext cx="0" cy="25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381;p22">
              <a:extLst>
                <a:ext uri="{FF2B5EF4-FFF2-40B4-BE49-F238E27FC236}">
                  <a16:creationId xmlns:a16="http://schemas.microsoft.com/office/drawing/2014/main" id="{4B5A6CB7-C3DE-319B-86D4-AF60F7E78591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H="1" flipV="1">
              <a:off x="1451983" y="14160709"/>
              <a:ext cx="1" cy="25109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0CBDB61-8854-15D9-467F-885DFD469976}"/>
                    </a:ext>
                  </a:extLst>
                </p:cNvPr>
                <p:cNvSpPr txBox="1"/>
                <p:nvPr/>
              </p:nvSpPr>
              <p:spPr>
                <a:xfrm>
                  <a:off x="1375421" y="13483030"/>
                  <a:ext cx="149605" cy="2031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ko-KR" sz="1200" i="1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EC23B5DC-A141-BA5C-3586-BAC028A96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21" y="13483030"/>
                  <a:ext cx="149605" cy="203133"/>
                </a:xfrm>
                <a:prstGeom prst="rect">
                  <a:avLst/>
                </a:prstGeom>
                <a:blipFill>
                  <a:blip r:embed="rId6"/>
                  <a:stretch>
                    <a:fillRect r="-7692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Google Shape;380;p22">
              <a:extLst>
                <a:ext uri="{FF2B5EF4-FFF2-40B4-BE49-F238E27FC236}">
                  <a16:creationId xmlns:a16="http://schemas.microsoft.com/office/drawing/2014/main" id="{FD52D1CE-0364-A7B0-A6F8-4197AE4D3DED}"/>
                </a:ext>
              </a:extLst>
            </p:cNvPr>
            <p:cNvSpPr/>
            <p:nvPr/>
          </p:nvSpPr>
          <p:spPr>
            <a:xfrm>
              <a:off x="721522" y="12722019"/>
              <a:ext cx="482725" cy="138891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2700" cap="flat" cmpd="sng">
              <a:solidFill>
                <a:srgbClr val="FE6467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380;p22">
              <a:extLst>
                <a:ext uri="{FF2B5EF4-FFF2-40B4-BE49-F238E27FC236}">
                  <a16:creationId xmlns:a16="http://schemas.microsoft.com/office/drawing/2014/main" id="{56A56981-A7C3-A0FD-0B1C-73A58C52EAAB}"/>
                </a:ext>
              </a:extLst>
            </p:cNvPr>
            <p:cNvSpPr/>
            <p:nvPr/>
          </p:nvSpPr>
          <p:spPr>
            <a:xfrm>
              <a:off x="1370756" y="13127136"/>
              <a:ext cx="482725" cy="138891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2700" cap="flat" cmpd="sng">
              <a:solidFill>
                <a:srgbClr val="FE6467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380;p22">
              <a:extLst>
                <a:ext uri="{FF2B5EF4-FFF2-40B4-BE49-F238E27FC236}">
                  <a16:creationId xmlns:a16="http://schemas.microsoft.com/office/drawing/2014/main" id="{60A3CC98-3887-CF98-8320-BC9CD0892FFF}"/>
                </a:ext>
              </a:extLst>
            </p:cNvPr>
            <p:cNvSpPr/>
            <p:nvPr/>
          </p:nvSpPr>
          <p:spPr>
            <a:xfrm>
              <a:off x="1046139" y="12924578"/>
              <a:ext cx="482725" cy="138891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2700" cap="flat" cmpd="sng">
              <a:solidFill>
                <a:srgbClr val="FE6467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EE1B7F85-C19E-18CD-A36D-9278D2B0D037}"/>
                </a:ext>
              </a:extLst>
            </p:cNvPr>
            <p:cNvGrpSpPr/>
            <p:nvPr/>
          </p:nvGrpSpPr>
          <p:grpSpPr>
            <a:xfrm>
              <a:off x="954972" y="11894608"/>
              <a:ext cx="986852" cy="88990"/>
              <a:chOff x="2713231" y="13827015"/>
              <a:chExt cx="981028" cy="63658"/>
            </a:xfrm>
            <a:noFill/>
          </p:grpSpPr>
          <p:sp>
            <p:nvSpPr>
              <p:cNvPr id="58" name="삼각형 57">
                <a:extLst>
                  <a:ext uri="{FF2B5EF4-FFF2-40B4-BE49-F238E27FC236}">
                    <a16:creationId xmlns:a16="http://schemas.microsoft.com/office/drawing/2014/main" id="{4C341BDA-3290-F1A4-2B2E-9456630E13F6}"/>
                  </a:ext>
                </a:extLst>
              </p:cNvPr>
              <p:cNvSpPr/>
              <p:nvPr/>
            </p:nvSpPr>
            <p:spPr>
              <a:xfrm>
                <a:off x="2713231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59" name="삼각형 58">
                <a:extLst>
                  <a:ext uri="{FF2B5EF4-FFF2-40B4-BE49-F238E27FC236}">
                    <a16:creationId xmlns:a16="http://schemas.microsoft.com/office/drawing/2014/main" id="{52134A1B-4013-C992-53E2-6FD94259B04F}"/>
                  </a:ext>
                </a:extLst>
              </p:cNvPr>
              <p:cNvSpPr/>
              <p:nvPr/>
            </p:nvSpPr>
            <p:spPr>
              <a:xfrm>
                <a:off x="304024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60" name="삼각형 59">
                <a:extLst>
                  <a:ext uri="{FF2B5EF4-FFF2-40B4-BE49-F238E27FC236}">
                    <a16:creationId xmlns:a16="http://schemas.microsoft.com/office/drawing/2014/main" id="{DD90A432-0899-79F8-225F-06A48722FCF1}"/>
                  </a:ext>
                </a:extLst>
              </p:cNvPr>
              <p:cNvSpPr/>
              <p:nvPr/>
            </p:nvSpPr>
            <p:spPr>
              <a:xfrm>
                <a:off x="336725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</p:grpSp>
      <p:grpSp>
        <p:nvGrpSpPr>
          <p:cNvPr id="858" name="그룹 857">
            <a:extLst>
              <a:ext uri="{FF2B5EF4-FFF2-40B4-BE49-F238E27FC236}">
                <a16:creationId xmlns:a16="http://schemas.microsoft.com/office/drawing/2014/main" id="{6F7C3701-669D-FB26-71FD-DCCA93F3BFF0}"/>
              </a:ext>
            </a:extLst>
          </p:cNvPr>
          <p:cNvGrpSpPr/>
          <p:nvPr/>
        </p:nvGrpSpPr>
        <p:grpSpPr>
          <a:xfrm>
            <a:off x="5234" y="0"/>
            <a:ext cx="1718762" cy="2133530"/>
            <a:chOff x="5234" y="0"/>
            <a:chExt cx="1718762" cy="2133530"/>
          </a:xfrm>
        </p:grpSpPr>
        <p:sp>
          <p:nvSpPr>
            <p:cNvPr id="686" name="Google Shape;380;p22">
              <a:extLst>
                <a:ext uri="{FF2B5EF4-FFF2-40B4-BE49-F238E27FC236}">
                  <a16:creationId xmlns:a16="http://schemas.microsoft.com/office/drawing/2014/main" id="{C2811C3E-84ED-B4B2-6920-3570B7810C55}"/>
                </a:ext>
              </a:extLst>
            </p:cNvPr>
            <p:cNvSpPr/>
            <p:nvPr/>
          </p:nvSpPr>
          <p:spPr>
            <a:xfrm>
              <a:off x="342224" y="1627081"/>
              <a:ext cx="1252066" cy="278182"/>
            </a:xfrm>
            <a:prstGeom prst="roundRect">
              <a:avLst>
                <a:gd name="adj" fmla="val 16667"/>
              </a:avLst>
            </a:prstGeom>
            <a:solidFill>
              <a:srgbClr val="E9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7" name="Google Shape;348;p22">
              <a:extLst>
                <a:ext uri="{FF2B5EF4-FFF2-40B4-BE49-F238E27FC236}">
                  <a16:creationId xmlns:a16="http://schemas.microsoft.com/office/drawing/2014/main" id="{E6D40A3D-46BB-8DC8-2AB2-07CEF7F58BEF}"/>
                </a:ext>
              </a:extLst>
            </p:cNvPr>
            <p:cNvSpPr/>
            <p:nvPr/>
          </p:nvSpPr>
          <p:spPr>
            <a:xfrm>
              <a:off x="870367" y="1299979"/>
              <a:ext cx="192261" cy="176423"/>
            </a:xfrm>
            <a:prstGeom prst="ellipse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688" name="Google Shape;381;p22">
              <a:extLst>
                <a:ext uri="{FF2B5EF4-FFF2-40B4-BE49-F238E27FC236}">
                  <a16:creationId xmlns:a16="http://schemas.microsoft.com/office/drawing/2014/main" id="{409B6B17-C9BD-F326-2CE6-80CDE5838DED}"/>
                </a:ext>
              </a:extLst>
            </p:cNvPr>
            <p:cNvCxnSpPr>
              <a:cxnSpLocks/>
              <a:stCxn id="686" idx="0"/>
              <a:endCxn id="687" idx="4"/>
            </p:cNvCxnSpPr>
            <p:nvPr/>
          </p:nvCxnSpPr>
          <p:spPr>
            <a:xfrm flipH="1" flipV="1">
              <a:off x="966498" y="1476402"/>
              <a:ext cx="1759" cy="15067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9" name="Google Shape;379;p22">
              <a:extLst>
                <a:ext uri="{FF2B5EF4-FFF2-40B4-BE49-F238E27FC236}">
                  <a16:creationId xmlns:a16="http://schemas.microsoft.com/office/drawing/2014/main" id="{B9CB1D26-B8CD-91EC-997E-998F29A7E45D}"/>
                </a:ext>
              </a:extLst>
            </p:cNvPr>
            <p:cNvSpPr/>
            <p:nvPr/>
          </p:nvSpPr>
          <p:spPr>
            <a:xfrm>
              <a:off x="336201" y="810096"/>
              <a:ext cx="270090" cy="254790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sz="1200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690" name="Google Shape;379;p22">
              <a:extLst>
                <a:ext uri="{FF2B5EF4-FFF2-40B4-BE49-F238E27FC236}">
                  <a16:creationId xmlns:a16="http://schemas.microsoft.com/office/drawing/2014/main" id="{5F4DECCE-80C1-AB25-31E2-B4F1A44000BD}"/>
                </a:ext>
              </a:extLst>
            </p:cNvPr>
            <p:cNvSpPr/>
            <p:nvPr/>
          </p:nvSpPr>
          <p:spPr>
            <a:xfrm>
              <a:off x="667168" y="810096"/>
              <a:ext cx="270090" cy="254790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1" name="Google Shape;379;p22">
              <a:extLst>
                <a:ext uri="{FF2B5EF4-FFF2-40B4-BE49-F238E27FC236}">
                  <a16:creationId xmlns:a16="http://schemas.microsoft.com/office/drawing/2014/main" id="{82E0010D-7CF0-19A3-8651-7612FF6B2A1C}"/>
                </a:ext>
              </a:extLst>
            </p:cNvPr>
            <p:cNvSpPr/>
            <p:nvPr/>
          </p:nvSpPr>
          <p:spPr>
            <a:xfrm>
              <a:off x="998134" y="810096"/>
              <a:ext cx="270090" cy="254790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695" name="Google Shape;382;p22">
              <a:extLst>
                <a:ext uri="{FF2B5EF4-FFF2-40B4-BE49-F238E27FC236}">
                  <a16:creationId xmlns:a16="http://schemas.microsoft.com/office/drawing/2014/main" id="{71F168D5-2CF2-1AEE-3F06-6E806AF21A08}"/>
                </a:ext>
              </a:extLst>
            </p:cNvPr>
            <p:cNvCxnSpPr>
              <a:cxnSpLocks/>
              <a:stCxn id="687" idx="0"/>
              <a:endCxn id="775" idx="4"/>
            </p:cNvCxnSpPr>
            <p:nvPr/>
          </p:nvCxnSpPr>
          <p:spPr>
            <a:xfrm rot="5400000" flipH="1" flipV="1">
              <a:off x="831672" y="673553"/>
              <a:ext cx="761253" cy="491600"/>
            </a:xfrm>
            <a:prstGeom prst="bentConnector3">
              <a:avLst>
                <a:gd name="adj1" fmla="val 14537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6" name="Google Shape;379;p22">
              <a:extLst>
                <a:ext uri="{FF2B5EF4-FFF2-40B4-BE49-F238E27FC236}">
                  <a16:creationId xmlns:a16="http://schemas.microsoft.com/office/drawing/2014/main" id="{75676C80-4451-A0E8-8782-6849024A2722}"/>
                </a:ext>
              </a:extLst>
            </p:cNvPr>
            <p:cNvSpPr/>
            <p:nvPr/>
          </p:nvSpPr>
          <p:spPr>
            <a:xfrm>
              <a:off x="5234" y="810096"/>
              <a:ext cx="270090" cy="254790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697" name="Google Shape;382;p22">
              <a:extLst>
                <a:ext uri="{FF2B5EF4-FFF2-40B4-BE49-F238E27FC236}">
                  <a16:creationId xmlns:a16="http://schemas.microsoft.com/office/drawing/2014/main" id="{B5043AE1-4EDA-A08D-BED0-B0F32952FC48}"/>
                </a:ext>
              </a:extLst>
            </p:cNvPr>
            <p:cNvCxnSpPr>
              <a:cxnSpLocks/>
              <a:stCxn id="696" idx="0"/>
              <a:endCxn id="773" idx="2"/>
            </p:cNvCxnSpPr>
            <p:nvPr/>
          </p:nvCxnSpPr>
          <p:spPr>
            <a:xfrm rot="5400000" flipH="1" flipV="1">
              <a:off x="170077" y="508928"/>
              <a:ext cx="271370" cy="33096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8" name="Google Shape;381;p22">
              <a:extLst>
                <a:ext uri="{FF2B5EF4-FFF2-40B4-BE49-F238E27FC236}">
                  <a16:creationId xmlns:a16="http://schemas.microsoft.com/office/drawing/2014/main" id="{33BD4225-C531-299A-EE58-515808AF4FDA}"/>
                </a:ext>
              </a:extLst>
            </p:cNvPr>
            <p:cNvCxnSpPr>
              <a:cxnSpLocks/>
              <a:stCxn id="690" idx="0"/>
              <a:endCxn id="774" idx="2"/>
            </p:cNvCxnSpPr>
            <p:nvPr/>
          </p:nvCxnSpPr>
          <p:spPr>
            <a:xfrm flipH="1" flipV="1">
              <a:off x="800196" y="538726"/>
              <a:ext cx="2017" cy="27137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9" name="Google Shape;381;p22">
              <a:extLst>
                <a:ext uri="{FF2B5EF4-FFF2-40B4-BE49-F238E27FC236}">
                  <a16:creationId xmlns:a16="http://schemas.microsoft.com/office/drawing/2014/main" id="{C71FE00E-A6F3-800B-667B-9EAA73A65AA3}"/>
                </a:ext>
              </a:extLst>
            </p:cNvPr>
            <p:cNvCxnSpPr>
              <a:cxnSpLocks/>
              <a:stCxn id="691" idx="0"/>
              <a:endCxn id="775" idx="2"/>
            </p:cNvCxnSpPr>
            <p:nvPr/>
          </p:nvCxnSpPr>
          <p:spPr>
            <a:xfrm flipH="1" flipV="1">
              <a:off x="1129148" y="538726"/>
              <a:ext cx="4031" cy="27137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0" name="Google Shape;381;p22">
              <a:extLst>
                <a:ext uri="{FF2B5EF4-FFF2-40B4-BE49-F238E27FC236}">
                  <a16:creationId xmlns:a16="http://schemas.microsoft.com/office/drawing/2014/main" id="{FF2A6E5E-FE4D-E9A2-6FAF-0FB0C444640A}"/>
                </a:ext>
              </a:extLst>
            </p:cNvPr>
            <p:cNvCxnSpPr>
              <a:cxnSpLocks/>
              <a:stCxn id="689" idx="0"/>
            </p:cNvCxnSpPr>
            <p:nvPr/>
          </p:nvCxnSpPr>
          <p:spPr>
            <a:xfrm flipV="1">
              <a:off x="471246" y="535156"/>
              <a:ext cx="0" cy="2749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1" name="Google Shape;380;p22">
              <a:extLst>
                <a:ext uri="{FF2B5EF4-FFF2-40B4-BE49-F238E27FC236}">
                  <a16:creationId xmlns:a16="http://schemas.microsoft.com/office/drawing/2014/main" id="{2BEEA3AB-BBA5-B7C7-E5DA-7F0F21D0935B}"/>
                </a:ext>
              </a:extLst>
            </p:cNvPr>
            <p:cNvSpPr/>
            <p:nvPr/>
          </p:nvSpPr>
          <p:spPr>
            <a:xfrm>
              <a:off x="208996" y="229091"/>
              <a:ext cx="1515000" cy="310909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sz="1200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702" name="Google Shape;381;p22">
              <a:extLst>
                <a:ext uri="{FF2B5EF4-FFF2-40B4-BE49-F238E27FC236}">
                  <a16:creationId xmlns:a16="http://schemas.microsoft.com/office/drawing/2014/main" id="{EED0BC3A-A35C-2569-F75D-8097DD9BBABB}"/>
                </a:ext>
              </a:extLst>
            </p:cNvPr>
            <p:cNvCxnSpPr>
              <a:cxnSpLocks/>
              <a:stCxn id="701" idx="0"/>
            </p:cNvCxnSpPr>
            <p:nvPr/>
          </p:nvCxnSpPr>
          <p:spPr>
            <a:xfrm flipV="1">
              <a:off x="966496" y="0"/>
              <a:ext cx="0" cy="2290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3" name="Google Shape;381;p22">
              <a:extLst>
                <a:ext uri="{FF2B5EF4-FFF2-40B4-BE49-F238E27FC236}">
                  <a16:creationId xmlns:a16="http://schemas.microsoft.com/office/drawing/2014/main" id="{870BFAB1-DD50-150B-E929-74B14385D68D}"/>
                </a:ext>
              </a:extLst>
            </p:cNvPr>
            <p:cNvCxnSpPr>
              <a:cxnSpLocks/>
              <a:endCxn id="686" idx="2"/>
            </p:cNvCxnSpPr>
            <p:nvPr/>
          </p:nvCxnSpPr>
          <p:spPr>
            <a:xfrm flipH="1" flipV="1">
              <a:off x="968257" y="1905263"/>
              <a:ext cx="1" cy="22826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8" name="TextBox 767">
                  <a:extLst>
                    <a:ext uri="{FF2B5EF4-FFF2-40B4-BE49-F238E27FC236}">
                      <a16:creationId xmlns:a16="http://schemas.microsoft.com/office/drawing/2014/main" id="{B34134E4-F32F-E84F-C0C6-10E6852A2F0F}"/>
                    </a:ext>
                  </a:extLst>
                </p:cNvPr>
                <p:cNvSpPr txBox="1"/>
                <p:nvPr/>
              </p:nvSpPr>
              <p:spPr>
                <a:xfrm>
                  <a:off x="891695" y="1289191"/>
                  <a:ext cx="1496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ko-KR" sz="1200" i="1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sz="1200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768" name="TextBox 767">
                  <a:extLst>
                    <a:ext uri="{FF2B5EF4-FFF2-40B4-BE49-F238E27FC236}">
                      <a16:creationId xmlns:a16="http://schemas.microsoft.com/office/drawing/2014/main" id="{B34134E4-F32F-E84F-C0C6-10E6852A2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95" y="1289191"/>
                  <a:ext cx="149605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76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2" name="그룹 771">
              <a:extLst>
                <a:ext uri="{FF2B5EF4-FFF2-40B4-BE49-F238E27FC236}">
                  <a16:creationId xmlns:a16="http://schemas.microsoft.com/office/drawing/2014/main" id="{D0A24214-5AE0-F0C2-E2FE-6C87C59EFFA6}"/>
                </a:ext>
              </a:extLst>
            </p:cNvPr>
            <p:cNvGrpSpPr/>
            <p:nvPr/>
          </p:nvGrpSpPr>
          <p:grpSpPr>
            <a:xfrm>
              <a:off x="471246" y="457826"/>
              <a:ext cx="986852" cy="80900"/>
              <a:chOff x="2713231" y="13827015"/>
              <a:chExt cx="981028" cy="63658"/>
            </a:xfrm>
            <a:noFill/>
          </p:grpSpPr>
          <p:sp>
            <p:nvSpPr>
              <p:cNvPr id="773" name="삼각형 772">
                <a:extLst>
                  <a:ext uri="{FF2B5EF4-FFF2-40B4-BE49-F238E27FC236}">
                    <a16:creationId xmlns:a16="http://schemas.microsoft.com/office/drawing/2014/main" id="{456C3084-B1A9-5182-4F6A-A3D9F80FD717}"/>
                  </a:ext>
                </a:extLst>
              </p:cNvPr>
              <p:cNvSpPr/>
              <p:nvPr/>
            </p:nvSpPr>
            <p:spPr>
              <a:xfrm>
                <a:off x="2713231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774" name="삼각형 773">
                <a:extLst>
                  <a:ext uri="{FF2B5EF4-FFF2-40B4-BE49-F238E27FC236}">
                    <a16:creationId xmlns:a16="http://schemas.microsoft.com/office/drawing/2014/main" id="{7E790127-2FB1-8FCB-7D05-F77B62E604DA}"/>
                  </a:ext>
                </a:extLst>
              </p:cNvPr>
              <p:cNvSpPr/>
              <p:nvPr/>
            </p:nvSpPr>
            <p:spPr>
              <a:xfrm>
                <a:off x="304024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775" name="삼각형 774">
                <a:extLst>
                  <a:ext uri="{FF2B5EF4-FFF2-40B4-BE49-F238E27FC236}">
                    <a16:creationId xmlns:a16="http://schemas.microsoft.com/office/drawing/2014/main" id="{11A037AB-2C08-8F2A-456B-D18C163F8FAA}"/>
                  </a:ext>
                </a:extLst>
              </p:cNvPr>
              <p:cNvSpPr/>
              <p:nvPr/>
            </p:nvSpPr>
            <p:spPr>
              <a:xfrm>
                <a:off x="336725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sz="1200" kern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</p:grpSp>
      <p:sp>
        <p:nvSpPr>
          <p:cNvPr id="784" name="직사각형 783">
            <a:extLst>
              <a:ext uri="{FF2B5EF4-FFF2-40B4-BE49-F238E27FC236}">
                <a16:creationId xmlns:a16="http://schemas.microsoft.com/office/drawing/2014/main" id="{AAB02EC1-3F9A-87CC-A931-7896F8736B05}"/>
              </a:ext>
            </a:extLst>
          </p:cNvPr>
          <p:cNvSpPr/>
          <p:nvPr/>
        </p:nvSpPr>
        <p:spPr>
          <a:xfrm>
            <a:off x="7236823" y="136285"/>
            <a:ext cx="1114697" cy="363551"/>
          </a:xfrm>
          <a:prstGeom prst="rect">
            <a:avLst/>
          </a:prstGeom>
          <a:solidFill>
            <a:srgbClr val="FF6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unused</a:t>
            </a:r>
            <a:endParaRPr kumimoji="1" lang="ko-KR" altLang="en-US" dirty="0"/>
          </a:p>
        </p:txBody>
      </p:sp>
      <p:sp>
        <p:nvSpPr>
          <p:cNvPr id="887" name="Google Shape;380;p22">
            <a:extLst>
              <a:ext uri="{FF2B5EF4-FFF2-40B4-BE49-F238E27FC236}">
                <a16:creationId xmlns:a16="http://schemas.microsoft.com/office/drawing/2014/main" id="{ACC30F97-2EAC-C8B2-73A8-9EC29C5027A3}"/>
              </a:ext>
            </a:extLst>
          </p:cNvPr>
          <p:cNvSpPr/>
          <p:nvPr/>
        </p:nvSpPr>
        <p:spPr>
          <a:xfrm>
            <a:off x="4182449" y="2264222"/>
            <a:ext cx="1252066" cy="278182"/>
          </a:xfrm>
          <a:prstGeom prst="roundRect">
            <a:avLst>
              <a:gd name="adj" fmla="val 16667"/>
            </a:avLst>
          </a:prstGeom>
          <a:solidFill>
            <a:srgbClr val="E9F8FB"/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Conv1D</a:t>
            </a: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88" name="Google Shape;348;p22">
            <a:extLst>
              <a:ext uri="{FF2B5EF4-FFF2-40B4-BE49-F238E27FC236}">
                <a16:creationId xmlns:a16="http://schemas.microsoft.com/office/drawing/2014/main" id="{06B7D603-8374-91FF-34C7-E2DAABBCAAB6}"/>
              </a:ext>
            </a:extLst>
          </p:cNvPr>
          <p:cNvSpPr/>
          <p:nvPr/>
        </p:nvSpPr>
        <p:spPr>
          <a:xfrm>
            <a:off x="4710592" y="1937120"/>
            <a:ext cx="192261" cy="176423"/>
          </a:xfrm>
          <a:prstGeom prst="ellipse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89" name="Google Shape;381;p22">
            <a:extLst>
              <a:ext uri="{FF2B5EF4-FFF2-40B4-BE49-F238E27FC236}">
                <a16:creationId xmlns:a16="http://schemas.microsoft.com/office/drawing/2014/main" id="{78AFE398-3BDE-3FCF-413F-4D453B2DF157}"/>
              </a:ext>
            </a:extLst>
          </p:cNvPr>
          <p:cNvCxnSpPr>
            <a:cxnSpLocks/>
            <a:stCxn id="887" idx="0"/>
            <a:endCxn id="888" idx="4"/>
          </p:cNvCxnSpPr>
          <p:nvPr/>
        </p:nvCxnSpPr>
        <p:spPr>
          <a:xfrm flipH="1" flipV="1">
            <a:off x="4806723" y="2113543"/>
            <a:ext cx="1759" cy="15067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0" name="Google Shape;379;p22">
            <a:extLst>
              <a:ext uri="{FF2B5EF4-FFF2-40B4-BE49-F238E27FC236}">
                <a16:creationId xmlns:a16="http://schemas.microsoft.com/office/drawing/2014/main" id="{A8B79930-B0F7-9C3C-0221-92BE9265AC73}"/>
              </a:ext>
            </a:extLst>
          </p:cNvPr>
          <p:cNvSpPr/>
          <p:nvPr/>
        </p:nvSpPr>
        <p:spPr>
          <a:xfrm>
            <a:off x="4176426" y="834582"/>
            <a:ext cx="270090" cy="254790"/>
          </a:xfrm>
          <a:prstGeom prst="roundRect">
            <a:avLst>
              <a:gd name="adj" fmla="val 28518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l-GR" altLang="ko-KR" sz="1200" kern="0" dirty="0">
                <a:ln w="3175">
                  <a:noFill/>
                </a:ln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Δ</a:t>
            </a:r>
          </a:p>
        </p:txBody>
      </p:sp>
      <p:sp>
        <p:nvSpPr>
          <p:cNvPr id="891" name="Google Shape;379;p22">
            <a:extLst>
              <a:ext uri="{FF2B5EF4-FFF2-40B4-BE49-F238E27FC236}">
                <a16:creationId xmlns:a16="http://schemas.microsoft.com/office/drawing/2014/main" id="{9A0D4C0B-1B95-B208-314B-9E456C4D9306}"/>
              </a:ext>
            </a:extLst>
          </p:cNvPr>
          <p:cNvSpPr/>
          <p:nvPr/>
        </p:nvSpPr>
        <p:spPr>
          <a:xfrm>
            <a:off x="4507393" y="834582"/>
            <a:ext cx="270090" cy="254790"/>
          </a:xfrm>
          <a:prstGeom prst="roundRect">
            <a:avLst>
              <a:gd name="adj" fmla="val 28518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rPr>
              <a:t>B</a:t>
            </a:r>
            <a:endParaRPr sz="1200" kern="0" dirty="0">
              <a:ln w="3175">
                <a:noFill/>
              </a:ln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92" name="Google Shape;379;p22">
            <a:extLst>
              <a:ext uri="{FF2B5EF4-FFF2-40B4-BE49-F238E27FC236}">
                <a16:creationId xmlns:a16="http://schemas.microsoft.com/office/drawing/2014/main" id="{5452CA88-90D2-0C9D-C22C-BECB346765BE}"/>
              </a:ext>
            </a:extLst>
          </p:cNvPr>
          <p:cNvSpPr/>
          <p:nvPr/>
        </p:nvSpPr>
        <p:spPr>
          <a:xfrm>
            <a:off x="4838359" y="834582"/>
            <a:ext cx="270090" cy="254790"/>
          </a:xfrm>
          <a:prstGeom prst="roundRect">
            <a:avLst>
              <a:gd name="adj" fmla="val 28518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sz="1200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rPr>
              <a:t>C</a:t>
            </a:r>
            <a:endParaRPr sz="1200" kern="0" dirty="0">
              <a:ln w="3175">
                <a:noFill/>
              </a:ln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94" name="Google Shape;382;p22">
            <a:extLst>
              <a:ext uri="{FF2B5EF4-FFF2-40B4-BE49-F238E27FC236}">
                <a16:creationId xmlns:a16="http://schemas.microsoft.com/office/drawing/2014/main" id="{DB3D5C9A-8083-D8A6-DF87-E82A69891126}"/>
              </a:ext>
            </a:extLst>
          </p:cNvPr>
          <p:cNvCxnSpPr>
            <a:cxnSpLocks/>
            <a:stCxn id="888" idx="0"/>
            <a:endCxn id="892" idx="2"/>
          </p:cNvCxnSpPr>
          <p:nvPr/>
        </p:nvCxnSpPr>
        <p:spPr>
          <a:xfrm rot="5400000" flipH="1" flipV="1">
            <a:off x="4466189" y="1429906"/>
            <a:ext cx="847748" cy="166681"/>
          </a:xfrm>
          <a:prstGeom prst="bentConnector3">
            <a:avLst>
              <a:gd name="adj1" fmla="val 11707"/>
            </a:avLst>
          </a:prstGeom>
          <a:noFill/>
          <a:ln w="12700" cap="flat" cmpd="sng">
            <a:solidFill>
              <a:schemeClr val="bg2">
                <a:lumMod val="90000"/>
              </a:schemeClr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id="895" name="Google Shape;382;p22">
            <a:extLst>
              <a:ext uri="{FF2B5EF4-FFF2-40B4-BE49-F238E27FC236}">
                <a16:creationId xmlns:a16="http://schemas.microsoft.com/office/drawing/2014/main" id="{B0B780B3-EB54-3899-7926-C2673F2A6D18}"/>
              </a:ext>
            </a:extLst>
          </p:cNvPr>
          <p:cNvCxnSpPr>
            <a:cxnSpLocks/>
            <a:stCxn id="888" idx="0"/>
            <a:endCxn id="890" idx="2"/>
          </p:cNvCxnSpPr>
          <p:nvPr/>
        </p:nvCxnSpPr>
        <p:spPr>
          <a:xfrm rot="16200000" flipV="1">
            <a:off x="4135223" y="1265620"/>
            <a:ext cx="847748" cy="495252"/>
          </a:xfrm>
          <a:prstGeom prst="bentConnector3">
            <a:avLst>
              <a:gd name="adj1" fmla="val 11799"/>
            </a:avLst>
          </a:prstGeom>
          <a:noFill/>
          <a:ln w="12700" cap="flat" cmpd="sng">
            <a:solidFill>
              <a:schemeClr val="bg2">
                <a:lumMod val="90000"/>
              </a:schemeClr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id="893" name="Google Shape;382;p22">
            <a:extLst>
              <a:ext uri="{FF2B5EF4-FFF2-40B4-BE49-F238E27FC236}">
                <a16:creationId xmlns:a16="http://schemas.microsoft.com/office/drawing/2014/main" id="{5C74AD26-C36D-1466-C7B9-EABD7CB5D7A4}"/>
              </a:ext>
            </a:extLst>
          </p:cNvPr>
          <p:cNvCxnSpPr>
            <a:cxnSpLocks/>
            <a:stCxn id="888" idx="0"/>
            <a:endCxn id="891" idx="2"/>
          </p:cNvCxnSpPr>
          <p:nvPr/>
        </p:nvCxnSpPr>
        <p:spPr>
          <a:xfrm rot="16200000" flipV="1">
            <a:off x="4300707" y="1431103"/>
            <a:ext cx="847748" cy="164285"/>
          </a:xfrm>
          <a:prstGeom prst="bentConnector3">
            <a:avLst>
              <a:gd name="adj1" fmla="val 11403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6" name="Google Shape;382;p22">
            <a:extLst>
              <a:ext uri="{FF2B5EF4-FFF2-40B4-BE49-F238E27FC236}">
                <a16:creationId xmlns:a16="http://schemas.microsoft.com/office/drawing/2014/main" id="{5DB26D45-7021-C656-F726-FC9E3A26BB3D}"/>
              </a:ext>
            </a:extLst>
          </p:cNvPr>
          <p:cNvCxnSpPr>
            <a:cxnSpLocks/>
            <a:stCxn id="888" idx="0"/>
            <a:endCxn id="912" idx="4"/>
          </p:cNvCxnSpPr>
          <p:nvPr/>
        </p:nvCxnSpPr>
        <p:spPr>
          <a:xfrm rot="5400000" flipH="1" flipV="1">
            <a:off x="4365570" y="1004367"/>
            <a:ext cx="1373908" cy="491600"/>
          </a:xfrm>
          <a:prstGeom prst="bentConnector3">
            <a:avLst>
              <a:gd name="adj1" fmla="val 7143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7" name="Google Shape;379;p22">
            <a:extLst>
              <a:ext uri="{FF2B5EF4-FFF2-40B4-BE49-F238E27FC236}">
                <a16:creationId xmlns:a16="http://schemas.microsoft.com/office/drawing/2014/main" id="{2A4FC0B6-AECD-C077-AECC-E0C4EB63C675}"/>
              </a:ext>
            </a:extLst>
          </p:cNvPr>
          <p:cNvSpPr/>
          <p:nvPr/>
        </p:nvSpPr>
        <p:spPr>
          <a:xfrm>
            <a:off x="3845459" y="834582"/>
            <a:ext cx="270090" cy="254790"/>
          </a:xfrm>
          <a:prstGeom prst="roundRect">
            <a:avLst>
              <a:gd name="adj" fmla="val 28518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A</a:t>
            </a: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98" name="Google Shape;382;p22">
            <a:extLst>
              <a:ext uri="{FF2B5EF4-FFF2-40B4-BE49-F238E27FC236}">
                <a16:creationId xmlns:a16="http://schemas.microsoft.com/office/drawing/2014/main" id="{BC0C577A-4CD8-E4F3-D9FE-A716B64A6A17}"/>
              </a:ext>
            </a:extLst>
          </p:cNvPr>
          <p:cNvCxnSpPr>
            <a:cxnSpLocks/>
            <a:stCxn id="897" idx="0"/>
            <a:endCxn id="910" idx="2"/>
          </p:cNvCxnSpPr>
          <p:nvPr/>
        </p:nvCxnSpPr>
        <p:spPr>
          <a:xfrm rot="5400000" flipH="1" flipV="1">
            <a:off x="4010302" y="533414"/>
            <a:ext cx="271370" cy="3309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9" name="Google Shape;381;p22">
            <a:extLst>
              <a:ext uri="{FF2B5EF4-FFF2-40B4-BE49-F238E27FC236}">
                <a16:creationId xmlns:a16="http://schemas.microsoft.com/office/drawing/2014/main" id="{73C190BE-1810-A9C0-B089-84667F7B7C59}"/>
              </a:ext>
            </a:extLst>
          </p:cNvPr>
          <p:cNvCxnSpPr>
            <a:cxnSpLocks/>
            <a:stCxn id="891" idx="0"/>
            <a:endCxn id="911" idx="2"/>
          </p:cNvCxnSpPr>
          <p:nvPr/>
        </p:nvCxnSpPr>
        <p:spPr>
          <a:xfrm flipH="1" flipV="1">
            <a:off x="4640421" y="563212"/>
            <a:ext cx="2017" cy="27137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0" name="Google Shape;381;p22">
            <a:extLst>
              <a:ext uri="{FF2B5EF4-FFF2-40B4-BE49-F238E27FC236}">
                <a16:creationId xmlns:a16="http://schemas.microsoft.com/office/drawing/2014/main" id="{2D55C1FF-EFEF-CCA1-8CCA-DC5F989518EE}"/>
              </a:ext>
            </a:extLst>
          </p:cNvPr>
          <p:cNvCxnSpPr>
            <a:cxnSpLocks/>
            <a:stCxn id="892" idx="0"/>
            <a:endCxn id="912" idx="2"/>
          </p:cNvCxnSpPr>
          <p:nvPr/>
        </p:nvCxnSpPr>
        <p:spPr>
          <a:xfrm flipH="1" flipV="1">
            <a:off x="4969373" y="563212"/>
            <a:ext cx="4031" cy="27137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1" name="Google Shape;381;p22">
            <a:extLst>
              <a:ext uri="{FF2B5EF4-FFF2-40B4-BE49-F238E27FC236}">
                <a16:creationId xmlns:a16="http://schemas.microsoft.com/office/drawing/2014/main" id="{4074BD24-FE60-916C-5BB7-99D57C311F9E}"/>
              </a:ext>
            </a:extLst>
          </p:cNvPr>
          <p:cNvCxnSpPr>
            <a:cxnSpLocks/>
            <a:stCxn id="890" idx="0"/>
          </p:cNvCxnSpPr>
          <p:nvPr/>
        </p:nvCxnSpPr>
        <p:spPr>
          <a:xfrm flipV="1">
            <a:off x="4311471" y="559642"/>
            <a:ext cx="0" cy="27494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2" name="Google Shape;380;p22">
            <a:extLst>
              <a:ext uri="{FF2B5EF4-FFF2-40B4-BE49-F238E27FC236}">
                <a16:creationId xmlns:a16="http://schemas.microsoft.com/office/drawing/2014/main" id="{27DBBBB9-7E37-E929-D5FB-9F0ADE9B301C}"/>
              </a:ext>
            </a:extLst>
          </p:cNvPr>
          <p:cNvSpPr/>
          <p:nvPr/>
        </p:nvSpPr>
        <p:spPr>
          <a:xfrm>
            <a:off x="4049221" y="253577"/>
            <a:ext cx="1515000" cy="310909"/>
          </a:xfrm>
          <a:prstGeom prst="roundRect">
            <a:avLst>
              <a:gd name="adj" fmla="val 16667"/>
            </a:avLst>
          </a:prstGeom>
          <a:solidFill>
            <a:srgbClr val="FFAB40">
              <a:lumMod val="40000"/>
              <a:lumOff val="60000"/>
            </a:srgbClr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sz="1200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SSM</a:t>
            </a: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903" name="Google Shape;381;p22">
            <a:extLst>
              <a:ext uri="{FF2B5EF4-FFF2-40B4-BE49-F238E27FC236}">
                <a16:creationId xmlns:a16="http://schemas.microsoft.com/office/drawing/2014/main" id="{E339F704-90FB-D448-60A4-7107D56C297D}"/>
              </a:ext>
            </a:extLst>
          </p:cNvPr>
          <p:cNvCxnSpPr>
            <a:cxnSpLocks/>
            <a:stCxn id="902" idx="0"/>
          </p:cNvCxnSpPr>
          <p:nvPr/>
        </p:nvCxnSpPr>
        <p:spPr>
          <a:xfrm flipV="1">
            <a:off x="4806721" y="24486"/>
            <a:ext cx="0" cy="22909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4" name="Google Shape;381;p22">
            <a:extLst>
              <a:ext uri="{FF2B5EF4-FFF2-40B4-BE49-F238E27FC236}">
                <a16:creationId xmlns:a16="http://schemas.microsoft.com/office/drawing/2014/main" id="{7C1305D1-AF0E-CEB4-95F8-1DCC8E1714F8}"/>
              </a:ext>
            </a:extLst>
          </p:cNvPr>
          <p:cNvCxnSpPr>
            <a:cxnSpLocks/>
            <a:endCxn id="887" idx="2"/>
          </p:cNvCxnSpPr>
          <p:nvPr/>
        </p:nvCxnSpPr>
        <p:spPr>
          <a:xfrm flipH="1" flipV="1">
            <a:off x="4808482" y="2542404"/>
            <a:ext cx="1" cy="22826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5" name="TextBox 904">
                <a:extLst>
                  <a:ext uri="{FF2B5EF4-FFF2-40B4-BE49-F238E27FC236}">
                    <a16:creationId xmlns:a16="http://schemas.microsoft.com/office/drawing/2014/main" id="{08784372-ED65-9542-0B1D-DCAA9B111FD9}"/>
                  </a:ext>
                </a:extLst>
              </p:cNvPr>
              <p:cNvSpPr txBox="1"/>
              <p:nvPr/>
            </p:nvSpPr>
            <p:spPr>
              <a:xfrm>
                <a:off x="4731920" y="1926332"/>
                <a:ext cx="14960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91440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200" i="1" kern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  <a:sym typeface="Arial"/>
                        </a:rPr>
                        <m:t>σ</m:t>
                      </m:r>
                    </m:oMath>
                  </m:oMathPara>
                </a14:m>
                <a:endParaRPr kumimoji="1" lang="en-US" altLang="ko-KR" sz="1200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905" name="TextBox 904">
                <a:extLst>
                  <a:ext uri="{FF2B5EF4-FFF2-40B4-BE49-F238E27FC236}">
                    <a16:creationId xmlns:a16="http://schemas.microsoft.com/office/drawing/2014/main" id="{08784372-ED65-9542-0B1D-DCAA9B111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920" y="1926332"/>
                <a:ext cx="149605" cy="184666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6" name="Google Shape;380;p22">
            <a:extLst>
              <a:ext uri="{FF2B5EF4-FFF2-40B4-BE49-F238E27FC236}">
                <a16:creationId xmlns:a16="http://schemas.microsoft.com/office/drawing/2014/main" id="{1DBA275D-AD17-B7B4-96D8-E0EA32FCD9CC}"/>
              </a:ext>
            </a:extLst>
          </p:cNvPr>
          <p:cNvSpPr/>
          <p:nvPr/>
        </p:nvSpPr>
        <p:spPr>
          <a:xfrm>
            <a:off x="4078021" y="1234504"/>
            <a:ext cx="482725" cy="126265"/>
          </a:xfrm>
          <a:prstGeom prst="trapezoid">
            <a:avLst>
              <a:gd name="adj" fmla="val 71578"/>
            </a:avLst>
          </a:prstGeom>
          <a:solidFill>
            <a:schemeClr val="bg1"/>
          </a:solidFill>
          <a:ln w="12700" cap="flat" cmpd="sng">
            <a:solidFill>
              <a:schemeClr val="bg2">
                <a:lumMod val="90000"/>
              </a:schemeClr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07" name="Google Shape;380;p22">
            <a:extLst>
              <a:ext uri="{FF2B5EF4-FFF2-40B4-BE49-F238E27FC236}">
                <a16:creationId xmlns:a16="http://schemas.microsoft.com/office/drawing/2014/main" id="{7F3FFBB9-E1F7-82C0-E014-22659E89071C}"/>
              </a:ext>
            </a:extLst>
          </p:cNvPr>
          <p:cNvSpPr/>
          <p:nvPr/>
        </p:nvSpPr>
        <p:spPr>
          <a:xfrm>
            <a:off x="4727255" y="1585179"/>
            <a:ext cx="482725" cy="126265"/>
          </a:xfrm>
          <a:prstGeom prst="trapezoid">
            <a:avLst>
              <a:gd name="adj" fmla="val 71578"/>
            </a:avLst>
          </a:prstGeom>
          <a:solidFill>
            <a:schemeClr val="bg1"/>
          </a:solidFill>
          <a:ln w="12700" cap="flat" cmpd="sng">
            <a:solidFill>
              <a:schemeClr val="bg2">
                <a:lumMod val="90000"/>
              </a:schemeClr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09" name="그룹 908">
            <a:extLst>
              <a:ext uri="{FF2B5EF4-FFF2-40B4-BE49-F238E27FC236}">
                <a16:creationId xmlns:a16="http://schemas.microsoft.com/office/drawing/2014/main" id="{DB0EB03C-CC05-269C-10E5-E4BB0A43C232}"/>
              </a:ext>
            </a:extLst>
          </p:cNvPr>
          <p:cNvGrpSpPr/>
          <p:nvPr/>
        </p:nvGrpSpPr>
        <p:grpSpPr>
          <a:xfrm>
            <a:off x="4311471" y="482312"/>
            <a:ext cx="986852" cy="80900"/>
            <a:chOff x="2713231" y="13827015"/>
            <a:chExt cx="981028" cy="63658"/>
          </a:xfrm>
          <a:noFill/>
        </p:grpSpPr>
        <p:sp>
          <p:nvSpPr>
            <p:cNvPr id="910" name="삼각형 909">
              <a:extLst>
                <a:ext uri="{FF2B5EF4-FFF2-40B4-BE49-F238E27FC236}">
                  <a16:creationId xmlns:a16="http://schemas.microsoft.com/office/drawing/2014/main" id="{6A3B353C-60FB-58D8-6B09-E832075D30AA}"/>
                </a:ext>
              </a:extLst>
            </p:cNvPr>
            <p:cNvSpPr/>
            <p:nvPr/>
          </p:nvSpPr>
          <p:spPr>
            <a:xfrm>
              <a:off x="2713231" y="13827015"/>
              <a:ext cx="327009" cy="6365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sz="1200" kern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sp>
          <p:nvSpPr>
            <p:cNvPr id="911" name="삼각형 910">
              <a:extLst>
                <a:ext uri="{FF2B5EF4-FFF2-40B4-BE49-F238E27FC236}">
                  <a16:creationId xmlns:a16="http://schemas.microsoft.com/office/drawing/2014/main" id="{131DA130-16C5-C8EC-B4F0-7B2A1A83269B}"/>
                </a:ext>
              </a:extLst>
            </p:cNvPr>
            <p:cNvSpPr/>
            <p:nvPr/>
          </p:nvSpPr>
          <p:spPr>
            <a:xfrm>
              <a:off x="3040240" y="13827015"/>
              <a:ext cx="327009" cy="6365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sz="1200" kern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sp>
          <p:nvSpPr>
            <p:cNvPr id="912" name="삼각형 911">
              <a:extLst>
                <a:ext uri="{FF2B5EF4-FFF2-40B4-BE49-F238E27FC236}">
                  <a16:creationId xmlns:a16="http://schemas.microsoft.com/office/drawing/2014/main" id="{58EB2076-9ED6-C959-06B0-9672276DA57B}"/>
                </a:ext>
              </a:extLst>
            </p:cNvPr>
            <p:cNvSpPr/>
            <p:nvPr/>
          </p:nvSpPr>
          <p:spPr>
            <a:xfrm>
              <a:off x="3367250" y="13827015"/>
              <a:ext cx="327009" cy="6365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sz="1200" kern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</p:grpSp>
      <p:sp>
        <p:nvSpPr>
          <p:cNvPr id="908" name="Google Shape;380;p22">
            <a:extLst>
              <a:ext uri="{FF2B5EF4-FFF2-40B4-BE49-F238E27FC236}">
                <a16:creationId xmlns:a16="http://schemas.microsoft.com/office/drawing/2014/main" id="{2D1A0207-DEAF-2E4B-8041-92EFD74E92AD}"/>
              </a:ext>
            </a:extLst>
          </p:cNvPr>
          <p:cNvSpPr/>
          <p:nvPr/>
        </p:nvSpPr>
        <p:spPr>
          <a:xfrm>
            <a:off x="4402638" y="1409841"/>
            <a:ext cx="482725" cy="126265"/>
          </a:xfrm>
          <a:prstGeom prst="trapezoid">
            <a:avLst>
              <a:gd name="adj" fmla="val 71578"/>
            </a:avLst>
          </a:prstGeom>
          <a:solidFill>
            <a:srgbClr val="FFEAEA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sz="1200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B099E6-CD98-2290-63DC-8173450DE5AC}"/>
                  </a:ext>
                </a:extLst>
              </p:cNvPr>
              <p:cNvSpPr txBox="1"/>
              <p:nvPr/>
            </p:nvSpPr>
            <p:spPr>
              <a:xfrm>
                <a:off x="3994477" y="1363007"/>
                <a:ext cx="30756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800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Δ</m:t>
                          </m:r>
                        </m:sub>
                      </m:sSub>
                      <m:r>
                        <a:rPr lang="en-US" altLang="ko-KR" sz="800" i="1" kern="0" dirty="0">
                          <a:solidFill>
                            <a:srgbClr val="666666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=0</m:t>
                      </m:r>
                    </m:oMath>
                  </m:oMathPara>
                </a14:m>
                <a:endParaRPr lang="ko-KR" altLang="en-US" sz="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B099E6-CD98-2290-63DC-8173450DE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477" y="1363007"/>
                <a:ext cx="307565" cy="123111"/>
              </a:xfrm>
              <a:prstGeom prst="rect">
                <a:avLst/>
              </a:prstGeom>
              <a:blipFill>
                <a:blip r:embed="rId9"/>
                <a:stretch>
                  <a:fillRect l="-8000" r="-8000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C5B691-268F-3319-4279-4DB5B66E3170}"/>
                  </a:ext>
                </a:extLst>
              </p:cNvPr>
              <p:cNvSpPr txBox="1"/>
              <p:nvPr/>
            </p:nvSpPr>
            <p:spPr>
              <a:xfrm>
                <a:off x="4326288" y="1540909"/>
                <a:ext cx="30756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𝐵</m:t>
                          </m:r>
                        </m:sub>
                      </m:sSub>
                      <m:r>
                        <a:rPr lang="en-US" altLang="ko-KR" sz="800" i="1" kern="0" dirty="0">
                          <a:solidFill>
                            <a:srgbClr val="666666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=1</m:t>
                      </m:r>
                    </m:oMath>
                  </m:oMathPara>
                </a14:m>
                <a:endParaRPr lang="ko-KR" altLang="en-US" sz="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C5B691-268F-3319-4279-4DB5B66E3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288" y="1540909"/>
                <a:ext cx="307565" cy="123111"/>
              </a:xfrm>
              <a:prstGeom prst="rect">
                <a:avLst/>
              </a:prstGeom>
              <a:blipFill>
                <a:blip r:embed="rId10"/>
                <a:stretch>
                  <a:fillRect l="-8000" r="-12000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2EB25E-F7EE-2742-161E-CE4E819F47D3}"/>
                  </a:ext>
                </a:extLst>
              </p:cNvPr>
              <p:cNvSpPr txBox="1"/>
              <p:nvPr/>
            </p:nvSpPr>
            <p:spPr>
              <a:xfrm>
                <a:off x="4664291" y="1709033"/>
                <a:ext cx="30756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800" i="1" kern="0" dirty="0">
                              <a:solidFill>
                                <a:srgbClr val="666666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𝑐</m:t>
                          </m:r>
                        </m:sub>
                      </m:sSub>
                      <m:r>
                        <a:rPr lang="en-US" altLang="ko-KR" sz="800" i="1" kern="0" dirty="0">
                          <a:solidFill>
                            <a:srgbClr val="666666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=0</m:t>
                      </m:r>
                    </m:oMath>
                  </m:oMathPara>
                </a14:m>
                <a:endParaRPr lang="ko-KR" alt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2EB25E-F7EE-2742-161E-CE4E819F4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291" y="1709033"/>
                <a:ext cx="307565" cy="123111"/>
              </a:xfrm>
              <a:prstGeom prst="rect">
                <a:avLst/>
              </a:prstGeom>
              <a:blipFill>
                <a:blip r:embed="rId11"/>
                <a:stretch>
                  <a:fillRect l="-8000" r="-8000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07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0BEE0200-19FF-4B19-7E4A-14C88AD9ADAD}"/>
              </a:ext>
            </a:extLst>
          </p:cNvPr>
          <p:cNvCxnSpPr>
            <a:cxnSpLocks/>
          </p:cNvCxnSpPr>
          <p:nvPr/>
        </p:nvCxnSpPr>
        <p:spPr>
          <a:xfrm>
            <a:off x="3714893" y="1382706"/>
            <a:ext cx="0" cy="11717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E7C2F1-D93B-850B-40B6-77A411AA01EC}"/>
              </a:ext>
            </a:extLst>
          </p:cNvPr>
          <p:cNvSpPr txBox="1"/>
          <p:nvPr/>
        </p:nvSpPr>
        <p:spPr bwMode="auto">
          <a:xfrm>
            <a:off x="418808" y="-46563"/>
            <a:ext cx="82732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2371"/>
              </a:spcAft>
              <a:buClr>
                <a:srgbClr val="0000FF"/>
              </a:buClr>
              <a:buSzPct val="110000"/>
              <a:defRPr/>
            </a:pPr>
            <a:r>
              <a:rPr kumimoji="1" lang="en-US" altLang="ko-KR" sz="1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TI-</a:t>
            </a:r>
            <a:r>
              <a:rPr kumimoji="1" lang="el-GR" altLang="ko-KR" sz="1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kumimoji="1" lang="en-US" altLang="ko-KR" sz="1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607B1A-7D24-584B-EA66-F32EDE19526F}"/>
              </a:ext>
            </a:extLst>
          </p:cNvPr>
          <p:cNvGrpSpPr/>
          <p:nvPr/>
        </p:nvGrpSpPr>
        <p:grpSpPr>
          <a:xfrm>
            <a:off x="136372" y="1516103"/>
            <a:ext cx="1404870" cy="152617"/>
            <a:chOff x="108431" y="1819802"/>
            <a:chExt cx="1404870" cy="184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A20E89-9E22-5350-D3AE-67C27922FAB8}"/>
                    </a:ext>
                  </a:extLst>
                </p:cNvPr>
                <p:cNvSpPr txBox="1"/>
                <p:nvPr/>
              </p:nvSpPr>
              <p:spPr bwMode="auto">
                <a:xfrm>
                  <a:off x="108431" y="1819802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85108EC-7692-C538-5F69-CC32912415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8431" y="1819802"/>
                  <a:ext cx="30249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AE8266D-22E9-004D-2939-8FE74FD9EE07}"/>
                    </a:ext>
                  </a:extLst>
                </p:cNvPr>
                <p:cNvSpPr txBox="1"/>
                <p:nvPr/>
              </p:nvSpPr>
              <p:spPr bwMode="auto">
                <a:xfrm>
                  <a:off x="475890" y="1819802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43F03E93-DCF5-6380-51A4-DB33E7DDA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5890" y="1819802"/>
                  <a:ext cx="30249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75BFC5C-5565-46EE-0719-C63B32710690}"/>
                    </a:ext>
                  </a:extLst>
                </p:cNvPr>
                <p:cNvSpPr txBox="1"/>
                <p:nvPr/>
              </p:nvSpPr>
              <p:spPr bwMode="auto">
                <a:xfrm>
                  <a:off x="1210808" y="1819802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7AFF0AE-5932-D2AA-39FA-6201849642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0808" y="1819802"/>
                  <a:ext cx="30249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9DE4EFE-83B8-3D9B-87FB-D766B4B8C18A}"/>
                    </a:ext>
                  </a:extLst>
                </p:cNvPr>
                <p:cNvSpPr txBox="1"/>
                <p:nvPr/>
              </p:nvSpPr>
              <p:spPr bwMode="auto">
                <a:xfrm>
                  <a:off x="843349" y="1819802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590C5BEE-AB16-3FE5-51BC-50E25A2FD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3349" y="1819802"/>
                  <a:ext cx="30249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A862B94-298C-AFD9-7B74-45585F078C84}"/>
              </a:ext>
            </a:extLst>
          </p:cNvPr>
          <p:cNvCxnSpPr/>
          <p:nvPr/>
        </p:nvCxnSpPr>
        <p:spPr>
          <a:xfrm>
            <a:off x="1" y="742286"/>
            <a:ext cx="1701657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2D6BDE2-5C1E-5948-6C80-A1EFE4E52271}"/>
              </a:ext>
            </a:extLst>
          </p:cNvPr>
          <p:cNvCxnSpPr/>
          <p:nvPr/>
        </p:nvCxnSpPr>
        <p:spPr>
          <a:xfrm>
            <a:off x="1" y="1505272"/>
            <a:ext cx="1701657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0C2DF347-D20A-FCAE-4174-E35B0CF4E5FF}"/>
              </a:ext>
            </a:extLst>
          </p:cNvPr>
          <p:cNvCxnSpPr>
            <a:cxnSpLocks/>
          </p:cNvCxnSpPr>
          <p:nvPr/>
        </p:nvCxnSpPr>
        <p:spPr>
          <a:xfrm>
            <a:off x="98080" y="592962"/>
            <a:ext cx="0" cy="91194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1DC7FCD4-6A3B-1851-969A-0ADFAE447504}"/>
              </a:ext>
            </a:extLst>
          </p:cNvPr>
          <p:cNvCxnSpPr>
            <a:cxnSpLocks/>
          </p:cNvCxnSpPr>
          <p:nvPr/>
        </p:nvCxnSpPr>
        <p:spPr>
          <a:xfrm flipH="1">
            <a:off x="465389" y="331263"/>
            <a:ext cx="1337" cy="117364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911E9FA-877D-5B3F-B51E-D1D88A0E37A2}"/>
              </a:ext>
            </a:extLst>
          </p:cNvPr>
          <p:cNvCxnSpPr>
            <a:cxnSpLocks/>
          </p:cNvCxnSpPr>
          <p:nvPr/>
        </p:nvCxnSpPr>
        <p:spPr>
          <a:xfrm>
            <a:off x="1563960" y="592962"/>
            <a:ext cx="0" cy="91194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93195D5E-3918-37D3-C39A-1ABB96BE1DB8}"/>
              </a:ext>
            </a:extLst>
          </p:cNvPr>
          <p:cNvCxnSpPr>
            <a:cxnSpLocks/>
          </p:cNvCxnSpPr>
          <p:nvPr/>
        </p:nvCxnSpPr>
        <p:spPr>
          <a:xfrm>
            <a:off x="1197489" y="508605"/>
            <a:ext cx="0" cy="99630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E6FB29F3-4AE3-547A-5A7D-CA498CE83E55}"/>
              </a:ext>
            </a:extLst>
          </p:cNvPr>
          <p:cNvCxnSpPr>
            <a:cxnSpLocks/>
          </p:cNvCxnSpPr>
          <p:nvPr/>
        </p:nvCxnSpPr>
        <p:spPr>
          <a:xfrm>
            <a:off x="831020" y="415013"/>
            <a:ext cx="0" cy="110109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B835F78-1A93-DA0D-3EF6-E680260AE6D7}"/>
              </a:ext>
            </a:extLst>
          </p:cNvPr>
          <p:cNvGrpSpPr/>
          <p:nvPr/>
        </p:nvGrpSpPr>
        <p:grpSpPr>
          <a:xfrm>
            <a:off x="98080" y="306162"/>
            <a:ext cx="1466038" cy="304393"/>
            <a:chOff x="3092496" y="279868"/>
            <a:chExt cx="2361068" cy="1692402"/>
          </a:xfrm>
        </p:grpSpPr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51397F07-77B9-1AD2-5792-D538386951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2496" y="283388"/>
              <a:ext cx="591554" cy="1688882"/>
            </a:xfrm>
            <a:prstGeom prst="line">
              <a:avLst/>
            </a:prstGeom>
            <a:ln w="22225">
              <a:solidFill>
                <a:srgbClr val="DC5E65"/>
              </a:solidFill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74EF43C-55C2-584E-5488-5FBE035E7553}"/>
                </a:ext>
              </a:extLst>
            </p:cNvPr>
            <p:cNvGrpSpPr/>
            <p:nvPr/>
          </p:nvGrpSpPr>
          <p:grpSpPr>
            <a:xfrm>
              <a:off x="3684050" y="279868"/>
              <a:ext cx="1769514" cy="1692402"/>
              <a:chOff x="3684050" y="279868"/>
              <a:chExt cx="1769514" cy="1692402"/>
            </a:xfrm>
          </p:grpSpPr>
          <p:cxnSp>
            <p:nvCxnSpPr>
              <p:cNvPr id="32" name="직선 연결선[R] 31">
                <a:extLst>
                  <a:ext uri="{FF2B5EF4-FFF2-40B4-BE49-F238E27FC236}">
                    <a16:creationId xmlns:a16="http://schemas.microsoft.com/office/drawing/2014/main" id="{A4FB58CE-E5E8-850A-1F37-92D35DC276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84050" y="279868"/>
                <a:ext cx="593226" cy="566519"/>
              </a:xfrm>
              <a:prstGeom prst="line">
                <a:avLst/>
              </a:prstGeom>
              <a:ln w="22225">
                <a:solidFill>
                  <a:srgbClr val="DC5E65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[R] 36">
                <a:extLst>
                  <a:ext uri="{FF2B5EF4-FFF2-40B4-BE49-F238E27FC236}">
                    <a16:creationId xmlns:a16="http://schemas.microsoft.com/office/drawing/2014/main" id="{BE608EC8-4AA5-ABE7-D77C-FC5ED57C5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74354" y="846387"/>
                <a:ext cx="596148" cy="570555"/>
              </a:xfrm>
              <a:prstGeom prst="line">
                <a:avLst/>
              </a:prstGeom>
              <a:ln w="22225">
                <a:solidFill>
                  <a:srgbClr val="DC5E65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[R] 37">
                <a:extLst>
                  <a:ext uri="{FF2B5EF4-FFF2-40B4-BE49-F238E27FC236}">
                    <a16:creationId xmlns:a16="http://schemas.microsoft.com/office/drawing/2014/main" id="{DE5DE66B-B8C5-4226-EE00-928983549D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0502" y="1416942"/>
                <a:ext cx="583062" cy="555328"/>
              </a:xfrm>
              <a:prstGeom prst="line">
                <a:avLst/>
              </a:prstGeom>
              <a:ln w="22225">
                <a:solidFill>
                  <a:srgbClr val="DC5E65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6313E3-43D3-475E-1ED9-5D1ACB7CCE83}"/>
              </a:ext>
            </a:extLst>
          </p:cNvPr>
          <p:cNvGrpSpPr/>
          <p:nvPr/>
        </p:nvGrpSpPr>
        <p:grpSpPr>
          <a:xfrm>
            <a:off x="98808" y="1063303"/>
            <a:ext cx="1466390" cy="303319"/>
            <a:chOff x="3056220" y="2525680"/>
            <a:chExt cx="2361634" cy="168643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E88A98B-6122-D313-62C1-BD9DC9DCA39E}"/>
                </a:ext>
              </a:extLst>
            </p:cNvPr>
            <p:cNvGrpSpPr/>
            <p:nvPr/>
          </p:nvGrpSpPr>
          <p:grpSpPr>
            <a:xfrm>
              <a:off x="3056220" y="2525680"/>
              <a:ext cx="1179545" cy="1686432"/>
              <a:chOff x="3056220" y="2525680"/>
              <a:chExt cx="1179545" cy="1686432"/>
            </a:xfrm>
          </p:grpSpPr>
          <p:cxnSp>
            <p:nvCxnSpPr>
              <p:cNvPr id="44" name="직선 연결선[R] 43">
                <a:extLst>
                  <a:ext uri="{FF2B5EF4-FFF2-40B4-BE49-F238E27FC236}">
                    <a16:creationId xmlns:a16="http://schemas.microsoft.com/office/drawing/2014/main" id="{7CCA5AA6-257D-85ED-3324-4D499AFEFE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8538" y="2525680"/>
                <a:ext cx="587227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[R] 44">
                <a:extLst>
                  <a:ext uri="{FF2B5EF4-FFF2-40B4-BE49-F238E27FC236}">
                    <a16:creationId xmlns:a16="http://schemas.microsoft.com/office/drawing/2014/main" id="{75D802B6-F4F8-5F74-DBE6-C41CE60591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6220" y="3368896"/>
                <a:ext cx="592318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84F9DECC-669D-6008-392B-5C0BBD3EC092}"/>
                </a:ext>
              </a:extLst>
            </p:cNvPr>
            <p:cNvGrpSpPr/>
            <p:nvPr/>
          </p:nvGrpSpPr>
          <p:grpSpPr>
            <a:xfrm>
              <a:off x="4235765" y="2525680"/>
              <a:ext cx="1182089" cy="1686432"/>
              <a:chOff x="4235765" y="2525680"/>
              <a:chExt cx="1182089" cy="1686432"/>
            </a:xfrm>
          </p:grpSpPr>
          <p:cxnSp>
            <p:nvCxnSpPr>
              <p:cNvPr id="42" name="직선 연결선[R] 41">
                <a:extLst>
                  <a:ext uri="{FF2B5EF4-FFF2-40B4-BE49-F238E27FC236}">
                    <a16:creationId xmlns:a16="http://schemas.microsoft.com/office/drawing/2014/main" id="{F90ED3FD-AB8C-FAC2-0FF1-17E1B97F1B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35765" y="2525680"/>
                <a:ext cx="589773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[R] 42">
                <a:extLst>
                  <a:ext uri="{FF2B5EF4-FFF2-40B4-BE49-F238E27FC236}">
                    <a16:creationId xmlns:a16="http://schemas.microsoft.com/office/drawing/2014/main" id="{0E8113E0-CD97-E395-0AA6-E1B48DE4F5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28082" y="3368896"/>
                <a:ext cx="589772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5ED8BBB-2D26-1DC1-EF89-282FB8AD60F5}"/>
              </a:ext>
            </a:extLst>
          </p:cNvPr>
          <p:cNvGrpSpPr/>
          <p:nvPr/>
        </p:nvGrpSpPr>
        <p:grpSpPr>
          <a:xfrm>
            <a:off x="136372" y="752736"/>
            <a:ext cx="1404870" cy="152617"/>
            <a:chOff x="108431" y="960651"/>
            <a:chExt cx="1404870" cy="184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6FA20CF-7CB0-BE77-11B5-A8D6A286B944}"/>
                    </a:ext>
                  </a:extLst>
                </p:cNvPr>
                <p:cNvSpPr txBox="1"/>
                <p:nvPr/>
              </p:nvSpPr>
              <p:spPr bwMode="auto">
                <a:xfrm>
                  <a:off x="108431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C77FB5E6-D43B-C229-95F7-68B732E5B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8431" y="960651"/>
                  <a:ext cx="302493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EE06AB8-C9E2-10F1-FB34-27F070F5456A}"/>
                    </a:ext>
                  </a:extLst>
                </p:cNvPr>
                <p:cNvSpPr txBox="1"/>
                <p:nvPr/>
              </p:nvSpPr>
              <p:spPr bwMode="auto">
                <a:xfrm>
                  <a:off x="475890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BF1DB5E7-A244-5314-0CB3-66FD5A2C9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5890" y="960651"/>
                  <a:ext cx="302493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2F271C0-D6FF-D595-8A2C-B6A9ED383CB3}"/>
                    </a:ext>
                  </a:extLst>
                </p:cNvPr>
                <p:cNvSpPr txBox="1"/>
                <p:nvPr/>
              </p:nvSpPr>
              <p:spPr bwMode="auto">
                <a:xfrm>
                  <a:off x="1210808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EF886C2-3DB2-2DB7-9BA8-E94C90FF7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0808" y="960651"/>
                  <a:ext cx="302493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FC2DFC-66F3-FDA5-061F-A0EBFDD2A935}"/>
                    </a:ext>
                  </a:extLst>
                </p:cNvPr>
                <p:cNvSpPr txBox="1"/>
                <p:nvPr/>
              </p:nvSpPr>
              <p:spPr bwMode="auto">
                <a:xfrm>
                  <a:off x="843349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643AD5FE-BE09-CB6A-6B1E-D242BEF31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3349" y="960651"/>
                  <a:ext cx="302493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732B6E9-BBC1-4D72-214C-46DDA0468C44}"/>
              </a:ext>
            </a:extLst>
          </p:cNvPr>
          <p:cNvSpPr txBox="1"/>
          <p:nvPr/>
        </p:nvSpPr>
        <p:spPr bwMode="auto">
          <a:xfrm>
            <a:off x="2496319" y="-46563"/>
            <a:ext cx="82732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2371"/>
              </a:spcAft>
              <a:buClr>
                <a:srgbClr val="0000FF"/>
              </a:buClr>
              <a:buSzPct val="110000"/>
              <a:defRPr/>
            </a:pPr>
            <a:r>
              <a:rPr kumimoji="1" lang="en-US" altLang="ko-KR" sz="1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TV-</a:t>
            </a:r>
            <a:r>
              <a:rPr kumimoji="1" lang="el-GR" altLang="ko-KR" sz="1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kumimoji="1" lang="en-US" altLang="ko-KR" sz="1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2E3DA708-3B61-7FE7-8509-9184CA1ACF0A}"/>
              </a:ext>
            </a:extLst>
          </p:cNvPr>
          <p:cNvCxnSpPr>
            <a:cxnSpLocks/>
          </p:cNvCxnSpPr>
          <p:nvPr/>
        </p:nvCxnSpPr>
        <p:spPr>
          <a:xfrm>
            <a:off x="2908658" y="1039214"/>
            <a:ext cx="0" cy="45217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B2F3A3FF-365B-B120-762E-C1F2ED68C205}"/>
              </a:ext>
            </a:extLst>
          </p:cNvPr>
          <p:cNvCxnSpPr>
            <a:cxnSpLocks/>
          </p:cNvCxnSpPr>
          <p:nvPr/>
        </p:nvCxnSpPr>
        <p:spPr>
          <a:xfrm>
            <a:off x="3446147" y="504323"/>
            <a:ext cx="0" cy="23183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CFBDBBC9-CAC0-F934-1F1A-38B49CB77CAE}"/>
              </a:ext>
            </a:extLst>
          </p:cNvPr>
          <p:cNvCxnSpPr>
            <a:cxnSpLocks/>
          </p:cNvCxnSpPr>
          <p:nvPr/>
        </p:nvCxnSpPr>
        <p:spPr>
          <a:xfrm>
            <a:off x="3177403" y="389793"/>
            <a:ext cx="0" cy="34310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3193F96-E554-950F-58AB-6FFC58FF17D2}"/>
              </a:ext>
            </a:extLst>
          </p:cNvPr>
          <p:cNvGrpSpPr/>
          <p:nvPr/>
        </p:nvGrpSpPr>
        <p:grpSpPr>
          <a:xfrm>
            <a:off x="2144544" y="1504909"/>
            <a:ext cx="1545357" cy="152616"/>
            <a:chOff x="2062906" y="1817616"/>
            <a:chExt cx="1699893" cy="184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F72F3E1-7477-0AA1-ADDE-29633EB614E2}"/>
                    </a:ext>
                  </a:extLst>
                </p:cNvPr>
                <p:cNvSpPr txBox="1"/>
                <p:nvPr/>
              </p:nvSpPr>
              <p:spPr bwMode="auto">
                <a:xfrm>
                  <a:off x="2062906" y="1817616"/>
                  <a:ext cx="366017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92024E-83A1-72E6-3267-9EE10A09C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62906" y="1817616"/>
                  <a:ext cx="366017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3571" t="-26667" r="-10714" b="-4666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07B1471-7303-1696-65C0-49C64D9C2E9D}"/>
                    </a:ext>
                  </a:extLst>
                </p:cNvPr>
                <p:cNvSpPr txBox="1"/>
                <p:nvPr/>
              </p:nvSpPr>
              <p:spPr bwMode="auto">
                <a:xfrm>
                  <a:off x="2507531" y="1817616"/>
                  <a:ext cx="366017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C13DBF19-309D-508D-90F8-58C06AFBE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07531" y="1817616"/>
                  <a:ext cx="366017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11111" t="-26667" r="-11111" b="-4666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6BA5AE5-3614-4728-3639-D7CA76682123}"/>
                    </a:ext>
                  </a:extLst>
                </p:cNvPr>
                <p:cNvSpPr txBox="1"/>
                <p:nvPr/>
              </p:nvSpPr>
              <p:spPr bwMode="auto">
                <a:xfrm>
                  <a:off x="3396782" y="1817616"/>
                  <a:ext cx="366017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48CD983E-CD04-8E0A-08E7-FD060F6BA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96782" y="1817616"/>
                  <a:ext cx="366017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7407" t="-26667" r="-11111" b="-4666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68245BA-89DE-C72B-7209-6CBD437A36AC}"/>
                    </a:ext>
                  </a:extLst>
                </p:cNvPr>
                <p:cNvSpPr txBox="1"/>
                <p:nvPr/>
              </p:nvSpPr>
              <p:spPr bwMode="auto">
                <a:xfrm>
                  <a:off x="2952157" y="1817616"/>
                  <a:ext cx="366017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5887D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E3D17625-D269-6E75-F17B-04E80F871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52157" y="1817616"/>
                  <a:ext cx="366017" cy="184666"/>
                </a:xfrm>
                <a:prstGeom prst="rect">
                  <a:avLst/>
                </a:prstGeom>
                <a:blipFill>
                  <a:blip r:embed="rId14"/>
                  <a:stretch>
                    <a:fillRect t="-26667" r="-3571" b="-4666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1A48380-3C19-6992-4D30-8A49A6D9912B}"/>
              </a:ext>
            </a:extLst>
          </p:cNvPr>
          <p:cNvCxnSpPr/>
          <p:nvPr/>
        </p:nvCxnSpPr>
        <p:spPr>
          <a:xfrm>
            <a:off x="1994537" y="732898"/>
            <a:ext cx="1871823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DEE5F98-4B55-2528-D2CF-C7A9FC012424}"/>
              </a:ext>
            </a:extLst>
          </p:cNvPr>
          <p:cNvCxnSpPr/>
          <p:nvPr/>
        </p:nvCxnSpPr>
        <p:spPr>
          <a:xfrm>
            <a:off x="1994537" y="1495884"/>
            <a:ext cx="1871823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F82D9312-0CD6-ED70-81FA-772BFAE63043}"/>
              </a:ext>
            </a:extLst>
          </p:cNvPr>
          <p:cNvCxnSpPr>
            <a:cxnSpLocks/>
          </p:cNvCxnSpPr>
          <p:nvPr/>
        </p:nvCxnSpPr>
        <p:spPr>
          <a:xfrm>
            <a:off x="2102424" y="583574"/>
            <a:ext cx="0" cy="92133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4A98B629-E81E-8188-5BDD-EEC4FF564DCE}"/>
              </a:ext>
            </a:extLst>
          </p:cNvPr>
          <p:cNvCxnSpPr>
            <a:cxnSpLocks/>
          </p:cNvCxnSpPr>
          <p:nvPr/>
        </p:nvCxnSpPr>
        <p:spPr>
          <a:xfrm>
            <a:off x="2505541" y="1214222"/>
            <a:ext cx="0" cy="27717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F1E0A6CA-211C-79D0-6E47-C494F6A795A5}"/>
              </a:ext>
            </a:extLst>
          </p:cNvPr>
          <p:cNvCxnSpPr>
            <a:cxnSpLocks/>
            <a:endCxn id="231" idx="0"/>
          </p:cNvCxnSpPr>
          <p:nvPr/>
        </p:nvCxnSpPr>
        <p:spPr>
          <a:xfrm>
            <a:off x="3714893" y="583574"/>
            <a:ext cx="70" cy="14693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[R] 64">
            <a:extLst>
              <a:ext uri="{FF2B5EF4-FFF2-40B4-BE49-F238E27FC236}">
                <a16:creationId xmlns:a16="http://schemas.microsoft.com/office/drawing/2014/main" id="{8A58CDEC-41C0-90F6-8F1F-9BFBF437B087}"/>
              </a:ext>
            </a:extLst>
          </p:cNvPr>
          <p:cNvCxnSpPr>
            <a:cxnSpLocks/>
          </p:cNvCxnSpPr>
          <p:nvPr/>
        </p:nvCxnSpPr>
        <p:spPr>
          <a:xfrm>
            <a:off x="3311774" y="1214222"/>
            <a:ext cx="0" cy="27717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DEB4A364-AA18-4162-30FB-BDA3DC8312B7}"/>
              </a:ext>
            </a:extLst>
          </p:cNvPr>
          <p:cNvCxnSpPr>
            <a:cxnSpLocks/>
          </p:cNvCxnSpPr>
          <p:nvPr/>
        </p:nvCxnSpPr>
        <p:spPr>
          <a:xfrm>
            <a:off x="2908658" y="297407"/>
            <a:ext cx="0" cy="4354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63F676C2-52AE-E592-7559-99AAE1DA0F8C}"/>
              </a:ext>
            </a:extLst>
          </p:cNvPr>
          <p:cNvGrpSpPr/>
          <p:nvPr/>
        </p:nvGrpSpPr>
        <p:grpSpPr>
          <a:xfrm>
            <a:off x="2102424" y="296774"/>
            <a:ext cx="1612642" cy="304392"/>
            <a:chOff x="2016574" y="420296"/>
            <a:chExt cx="1773906" cy="368315"/>
          </a:xfrm>
        </p:grpSpPr>
        <p:cxnSp>
          <p:nvCxnSpPr>
            <p:cNvPr id="68" name="직선 연결선[R] 67">
              <a:extLst>
                <a:ext uri="{FF2B5EF4-FFF2-40B4-BE49-F238E27FC236}">
                  <a16:creationId xmlns:a16="http://schemas.microsoft.com/office/drawing/2014/main" id="{A7B10087-36E7-3B85-BE9A-7107356866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6574" y="421062"/>
              <a:ext cx="886611" cy="367549"/>
            </a:xfrm>
            <a:prstGeom prst="line">
              <a:avLst/>
            </a:prstGeom>
            <a:ln w="22225">
              <a:solidFill>
                <a:srgbClr val="DC5E65"/>
              </a:solidFill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EBDBC679-9418-E60F-9931-2B35ACFDEDE8}"/>
                </a:ext>
              </a:extLst>
            </p:cNvPr>
            <p:cNvGrpSpPr/>
            <p:nvPr/>
          </p:nvGrpSpPr>
          <p:grpSpPr>
            <a:xfrm>
              <a:off x="2902421" y="420296"/>
              <a:ext cx="888059" cy="368315"/>
              <a:chOff x="3684050" y="279868"/>
              <a:chExt cx="1769514" cy="1692402"/>
            </a:xfrm>
          </p:grpSpPr>
          <p:cxnSp>
            <p:nvCxnSpPr>
              <p:cNvPr id="70" name="직선 연결선[R] 69">
                <a:extLst>
                  <a:ext uri="{FF2B5EF4-FFF2-40B4-BE49-F238E27FC236}">
                    <a16:creationId xmlns:a16="http://schemas.microsoft.com/office/drawing/2014/main" id="{7FBB72DF-BAAA-428B-ED05-67E4DBF877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84050" y="279868"/>
                <a:ext cx="593226" cy="566519"/>
              </a:xfrm>
              <a:prstGeom prst="line">
                <a:avLst/>
              </a:prstGeom>
              <a:ln w="22225">
                <a:solidFill>
                  <a:srgbClr val="DC5E65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[R] 70">
                <a:extLst>
                  <a:ext uri="{FF2B5EF4-FFF2-40B4-BE49-F238E27FC236}">
                    <a16:creationId xmlns:a16="http://schemas.microsoft.com/office/drawing/2014/main" id="{345EB2B2-037C-74D4-4BB5-AE05885811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74354" y="846387"/>
                <a:ext cx="596148" cy="570555"/>
              </a:xfrm>
              <a:prstGeom prst="line">
                <a:avLst/>
              </a:prstGeom>
              <a:ln w="22225">
                <a:solidFill>
                  <a:srgbClr val="DC5E65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[R] 71">
                <a:extLst>
                  <a:ext uri="{FF2B5EF4-FFF2-40B4-BE49-F238E27FC236}">
                    <a16:creationId xmlns:a16="http://schemas.microsoft.com/office/drawing/2014/main" id="{B2E4EE8E-6469-3CAF-E8B2-D52A432D36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0502" y="1416942"/>
                <a:ext cx="583062" cy="555328"/>
              </a:xfrm>
              <a:prstGeom prst="line">
                <a:avLst/>
              </a:prstGeom>
              <a:ln w="22225">
                <a:solidFill>
                  <a:srgbClr val="DC5E65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49366CB-76E9-3517-BC8A-997FECB17D1D}"/>
              </a:ext>
            </a:extLst>
          </p:cNvPr>
          <p:cNvGrpSpPr/>
          <p:nvPr/>
        </p:nvGrpSpPr>
        <p:grpSpPr>
          <a:xfrm>
            <a:off x="2103225" y="1053915"/>
            <a:ext cx="1613028" cy="303319"/>
            <a:chOff x="3056220" y="2525680"/>
            <a:chExt cx="2361634" cy="1686432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11AAFBE9-711D-3D3D-DBA5-62AFB6D02014}"/>
                </a:ext>
              </a:extLst>
            </p:cNvPr>
            <p:cNvGrpSpPr/>
            <p:nvPr/>
          </p:nvGrpSpPr>
          <p:grpSpPr>
            <a:xfrm>
              <a:off x="3056220" y="2525680"/>
              <a:ext cx="1179545" cy="1686432"/>
              <a:chOff x="3056220" y="2525680"/>
              <a:chExt cx="1179545" cy="1686432"/>
            </a:xfrm>
          </p:grpSpPr>
          <p:cxnSp>
            <p:nvCxnSpPr>
              <p:cNvPr id="78" name="직선 연결선[R] 77">
                <a:extLst>
                  <a:ext uri="{FF2B5EF4-FFF2-40B4-BE49-F238E27FC236}">
                    <a16:creationId xmlns:a16="http://schemas.microsoft.com/office/drawing/2014/main" id="{4DE05F75-103C-1538-D4BB-4FB2D31F79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8538" y="2525680"/>
                <a:ext cx="587227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[R] 80">
                <a:extLst>
                  <a:ext uri="{FF2B5EF4-FFF2-40B4-BE49-F238E27FC236}">
                    <a16:creationId xmlns:a16="http://schemas.microsoft.com/office/drawing/2014/main" id="{549CDF35-B7EB-7601-D218-A9AD633FF3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6220" y="3368896"/>
                <a:ext cx="592318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05979798-8222-9474-23D8-9D684386F71D}"/>
                </a:ext>
              </a:extLst>
            </p:cNvPr>
            <p:cNvGrpSpPr/>
            <p:nvPr/>
          </p:nvGrpSpPr>
          <p:grpSpPr>
            <a:xfrm>
              <a:off x="4235765" y="2525680"/>
              <a:ext cx="1182089" cy="1686432"/>
              <a:chOff x="4235765" y="2525680"/>
              <a:chExt cx="1182089" cy="1686432"/>
            </a:xfrm>
          </p:grpSpPr>
          <p:cxnSp>
            <p:nvCxnSpPr>
              <p:cNvPr id="76" name="직선 연결선[R] 75">
                <a:extLst>
                  <a:ext uri="{FF2B5EF4-FFF2-40B4-BE49-F238E27FC236}">
                    <a16:creationId xmlns:a16="http://schemas.microsoft.com/office/drawing/2014/main" id="{0340736F-22EC-4E2F-EA14-C33F74A18D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35765" y="2525680"/>
                <a:ext cx="589773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[R] 76">
                <a:extLst>
                  <a:ext uri="{FF2B5EF4-FFF2-40B4-BE49-F238E27FC236}">
                    <a16:creationId xmlns:a16="http://schemas.microsoft.com/office/drawing/2014/main" id="{22BE6066-4589-2981-2080-6FC7B5876F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28082" y="3368896"/>
                <a:ext cx="589772" cy="843216"/>
              </a:xfrm>
              <a:prstGeom prst="line">
                <a:avLst/>
              </a:prstGeom>
              <a:ln w="22225">
                <a:solidFill>
                  <a:srgbClr val="5887DA"/>
                </a:solidFill>
                <a:miter lim="800000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3D6AD4D0-A55B-4213-5AEC-DD1C540439F0}"/>
              </a:ext>
            </a:extLst>
          </p:cNvPr>
          <p:cNvGrpSpPr/>
          <p:nvPr/>
        </p:nvGrpSpPr>
        <p:grpSpPr>
          <a:xfrm>
            <a:off x="2352119" y="743348"/>
            <a:ext cx="1371794" cy="152616"/>
            <a:chOff x="2291238" y="960651"/>
            <a:chExt cx="1508973" cy="184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C1E9733-5D25-5E00-A0E9-B553EC2B72B4}"/>
                    </a:ext>
                  </a:extLst>
                </p:cNvPr>
                <p:cNvSpPr txBox="1"/>
                <p:nvPr/>
              </p:nvSpPr>
              <p:spPr bwMode="auto">
                <a:xfrm>
                  <a:off x="2291238" y="960651"/>
                  <a:ext cx="332742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27B04F2-6956-F43D-BE93-05892B1E8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91238" y="960651"/>
                  <a:ext cx="332742" cy="184666"/>
                </a:xfrm>
                <a:prstGeom prst="rect">
                  <a:avLst/>
                </a:prstGeom>
                <a:blipFill>
                  <a:blip r:embed="rId15"/>
                  <a:stretch>
                    <a:fillRect l="-12000" t="-28571" r="-16000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E69ACC3-5AC6-5893-7F2F-83406403AA18}"/>
                    </a:ext>
                  </a:extLst>
                </p:cNvPr>
                <p:cNvSpPr txBox="1"/>
                <p:nvPr/>
              </p:nvSpPr>
              <p:spPr bwMode="auto">
                <a:xfrm>
                  <a:off x="2913768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6161DA39-B723-06EC-8286-0FFEBFC564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13768" y="960651"/>
                  <a:ext cx="302493" cy="184666"/>
                </a:xfrm>
                <a:prstGeom prst="rect">
                  <a:avLst/>
                </a:prstGeom>
                <a:blipFill>
                  <a:blip r:embed="rId16"/>
                  <a:stretch>
                    <a:fillRect l="-17391" t="-28571" r="-26087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4B9A9D2-65C6-0B65-AC5F-ACEAF11BC045}"/>
                    </a:ext>
                  </a:extLst>
                </p:cNvPr>
                <p:cNvSpPr txBox="1"/>
                <p:nvPr/>
              </p:nvSpPr>
              <p:spPr bwMode="auto">
                <a:xfrm>
                  <a:off x="3497718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57673BDE-FA96-1A9E-EE46-0F09D51C8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97718" y="960651"/>
                  <a:ext cx="30249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8571" r="-21739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6A36453-7353-093E-5782-94EAFBF95017}"/>
                    </a:ext>
                  </a:extLst>
                </p:cNvPr>
                <p:cNvSpPr txBox="1"/>
                <p:nvPr/>
              </p:nvSpPr>
              <p:spPr bwMode="auto">
                <a:xfrm>
                  <a:off x="3205743" y="960651"/>
                  <a:ext cx="302493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buClr>
                      <a:srgbClr val="0000FF"/>
                    </a:buClr>
                    <a:buSzPct val="110000"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b="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l-GR" altLang="ko-KR" sz="1200" i="0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ko-KR" sz="1200" b="0" i="1" kern="0" dirty="0" smtClean="0">
                                <a:solidFill>
                                  <a:srgbClr val="DC5E6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8A3A849-CC58-2B89-6156-BD79DFB5A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05743" y="960651"/>
                  <a:ext cx="302493" cy="184666"/>
                </a:xfrm>
                <a:prstGeom prst="rect">
                  <a:avLst/>
                </a:prstGeom>
                <a:blipFill>
                  <a:blip r:embed="rId18"/>
                  <a:stretch>
                    <a:fillRect l="-22727" t="-28571" r="-22727" b="-5714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B9C307B1-7775-DD14-4A7C-0D4A896F686E}"/>
              </a:ext>
            </a:extLst>
          </p:cNvPr>
          <p:cNvSpPr txBox="1"/>
          <p:nvPr/>
        </p:nvSpPr>
        <p:spPr bwMode="auto">
          <a:xfrm>
            <a:off x="4803387" y="-46563"/>
            <a:ext cx="82732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2371"/>
              </a:spcAft>
              <a:buClr>
                <a:srgbClr val="0000FF"/>
              </a:buClr>
              <a:buSzPct val="110000"/>
              <a:defRPr/>
            </a:pPr>
            <a:r>
              <a:rPr kumimoji="1" lang="en-US" altLang="ko-KR" sz="1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TI-B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9A11EBA-9653-B74E-7849-4EDB18F407F6}"/>
              </a:ext>
            </a:extLst>
          </p:cNvPr>
          <p:cNvSpPr txBox="1"/>
          <p:nvPr/>
        </p:nvSpPr>
        <p:spPr bwMode="auto">
          <a:xfrm>
            <a:off x="7010880" y="-46563"/>
            <a:ext cx="82732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2371"/>
              </a:spcAft>
              <a:buClr>
                <a:srgbClr val="0000FF"/>
              </a:buClr>
              <a:buSzPct val="110000"/>
              <a:defRPr/>
            </a:pPr>
            <a:r>
              <a:rPr kumimoji="1" lang="en-US" altLang="ko-KR" sz="1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TV-B</a:t>
            </a:r>
          </a:p>
        </p:txBody>
      </p:sp>
      <p:sp>
        <p:nvSpPr>
          <p:cNvPr id="98" name="오른쪽 중괄호[R] 97">
            <a:extLst>
              <a:ext uri="{FF2B5EF4-FFF2-40B4-BE49-F238E27FC236}">
                <a16:creationId xmlns:a16="http://schemas.microsoft.com/office/drawing/2014/main" id="{1D75ADF5-868D-D0F6-6610-E0E8F7E948B7}"/>
              </a:ext>
            </a:extLst>
          </p:cNvPr>
          <p:cNvSpPr/>
          <p:nvPr/>
        </p:nvSpPr>
        <p:spPr>
          <a:xfrm>
            <a:off x="5120830" y="545942"/>
            <a:ext cx="129914" cy="836764"/>
          </a:xfrm>
          <a:prstGeom prst="rightBrace">
            <a:avLst>
              <a:gd name="adj1" fmla="val 24391"/>
              <a:gd name="adj2" fmla="val 50000"/>
            </a:avLst>
          </a:prstGeom>
          <a:ln w="952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C9B437CE-C51D-94E7-692D-643A6987096C}"/>
              </a:ext>
            </a:extLst>
          </p:cNvPr>
          <p:cNvGrpSpPr/>
          <p:nvPr/>
        </p:nvGrpSpPr>
        <p:grpSpPr>
          <a:xfrm>
            <a:off x="4486763" y="345627"/>
            <a:ext cx="507271" cy="1334855"/>
            <a:chOff x="4527191" y="402935"/>
            <a:chExt cx="507271" cy="1334855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60DDC5F7-4DB8-1065-4947-3BF84EE8C355}"/>
                </a:ext>
              </a:extLst>
            </p:cNvPr>
            <p:cNvGrpSpPr/>
            <p:nvPr/>
          </p:nvGrpSpPr>
          <p:grpSpPr>
            <a:xfrm>
              <a:off x="4579266" y="402935"/>
              <a:ext cx="132623" cy="397515"/>
              <a:chOff x="4763939" y="421004"/>
              <a:chExt cx="120566" cy="361377"/>
            </a:xfrm>
          </p:grpSpPr>
          <p:sp>
            <p:nvSpPr>
              <p:cNvPr id="111" name="Google Shape;898;p28">
                <a:extLst>
                  <a:ext uri="{FF2B5EF4-FFF2-40B4-BE49-F238E27FC236}">
                    <a16:creationId xmlns:a16="http://schemas.microsoft.com/office/drawing/2014/main" id="{C9D4F220-6540-71CA-D1BF-5142B3D4BAE0}"/>
                  </a:ext>
                </a:extLst>
              </p:cNvPr>
              <p:cNvSpPr/>
              <p:nvPr/>
            </p:nvSpPr>
            <p:spPr>
              <a:xfrm flipH="1">
                <a:off x="4763939" y="421004"/>
                <a:ext cx="120566" cy="120335"/>
              </a:xfrm>
              <a:prstGeom prst="rect">
                <a:avLst/>
              </a:prstGeom>
              <a:solidFill>
                <a:schemeClr val="bg2">
                  <a:lumMod val="75000"/>
                  <a:alpha val="86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903;p28">
                <a:extLst>
                  <a:ext uri="{FF2B5EF4-FFF2-40B4-BE49-F238E27FC236}">
                    <a16:creationId xmlns:a16="http://schemas.microsoft.com/office/drawing/2014/main" id="{9DF91DE0-559D-BCBD-D891-27F5320D5674}"/>
                  </a:ext>
                </a:extLst>
              </p:cNvPr>
              <p:cNvSpPr/>
              <p:nvPr/>
            </p:nvSpPr>
            <p:spPr>
              <a:xfrm flipH="1">
                <a:off x="4763939" y="541339"/>
                <a:ext cx="120566" cy="120335"/>
              </a:xfrm>
              <a:prstGeom prst="rect">
                <a:avLst/>
              </a:prstGeom>
              <a:solidFill>
                <a:schemeClr val="bg2">
                  <a:lumMod val="75000"/>
                  <a:alpha val="54468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908;p28">
                <a:extLst>
                  <a:ext uri="{FF2B5EF4-FFF2-40B4-BE49-F238E27FC236}">
                    <a16:creationId xmlns:a16="http://schemas.microsoft.com/office/drawing/2014/main" id="{C8282EC6-951A-56A4-3D95-EEFBDCCA18ED}"/>
                  </a:ext>
                </a:extLst>
              </p:cNvPr>
              <p:cNvSpPr/>
              <p:nvPr/>
            </p:nvSpPr>
            <p:spPr>
              <a:xfrm flipH="1">
                <a:off x="4763939" y="662046"/>
                <a:ext cx="120566" cy="120335"/>
              </a:xfrm>
              <a:prstGeom prst="rect">
                <a:avLst/>
              </a:prstGeom>
              <a:solidFill>
                <a:schemeClr val="bg2">
                  <a:lumMod val="75000"/>
                  <a:alpha val="48924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Google Shape;1018;p28">
                  <a:extLst>
                    <a:ext uri="{FF2B5EF4-FFF2-40B4-BE49-F238E27FC236}">
                      <a16:creationId xmlns:a16="http://schemas.microsoft.com/office/drawing/2014/main" id="{F3E0C704-CCDB-B39F-A683-C43C96B18826}"/>
                    </a:ext>
                  </a:extLst>
                </p:cNvPr>
                <p:cNvSpPr txBox="1"/>
                <p:nvPr/>
              </p:nvSpPr>
              <p:spPr>
                <a:xfrm>
                  <a:off x="4528510" y="840527"/>
                  <a:ext cx="234135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pPr>
                          <m:e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189" name="Google Shape;1018;p28">
                  <a:extLst>
                    <a:ext uri="{FF2B5EF4-FFF2-40B4-BE49-F238E27FC236}">
                      <a16:creationId xmlns:a16="http://schemas.microsoft.com/office/drawing/2014/main" id="{02F8D185-787D-5898-DE61-520FDE74D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8510" y="840527"/>
                  <a:ext cx="234135" cy="183129"/>
                </a:xfrm>
                <a:prstGeom prst="rect">
                  <a:avLst/>
                </a:prstGeom>
                <a:blipFill>
                  <a:blip r:embed="rId19"/>
                  <a:stretch>
                    <a:fillRect l="-26316" t="-13333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754EED08-5E11-605C-9E63-3857CBCAC78D}"/>
                </a:ext>
              </a:extLst>
            </p:cNvPr>
            <p:cNvGrpSpPr/>
            <p:nvPr/>
          </p:nvGrpSpPr>
          <p:grpSpPr>
            <a:xfrm>
              <a:off x="4851012" y="402935"/>
              <a:ext cx="132681" cy="397515"/>
              <a:chOff x="4939390" y="421004"/>
              <a:chExt cx="120619" cy="361377"/>
            </a:xfrm>
          </p:grpSpPr>
          <p:sp>
            <p:nvSpPr>
              <p:cNvPr id="108" name="Google Shape;899;p28">
                <a:extLst>
                  <a:ext uri="{FF2B5EF4-FFF2-40B4-BE49-F238E27FC236}">
                    <a16:creationId xmlns:a16="http://schemas.microsoft.com/office/drawing/2014/main" id="{A1797447-AC87-45DD-190E-4D609D01DDE4}"/>
                  </a:ext>
                </a:extLst>
              </p:cNvPr>
              <p:cNvSpPr/>
              <p:nvPr/>
            </p:nvSpPr>
            <p:spPr>
              <a:xfrm flipH="1">
                <a:off x="4939419" y="421004"/>
                <a:ext cx="120566" cy="120335"/>
              </a:xfrm>
              <a:prstGeom prst="rect">
                <a:avLst/>
              </a:prstGeom>
              <a:solidFill>
                <a:schemeClr val="bg2">
                  <a:lumMod val="75000"/>
                  <a:alpha val="24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904;p28">
                <a:extLst>
                  <a:ext uri="{FF2B5EF4-FFF2-40B4-BE49-F238E27FC236}">
                    <a16:creationId xmlns:a16="http://schemas.microsoft.com/office/drawing/2014/main" id="{68B0250C-4CBB-122F-AD5F-3A016213D4F7}"/>
                  </a:ext>
                </a:extLst>
              </p:cNvPr>
              <p:cNvSpPr/>
              <p:nvPr/>
            </p:nvSpPr>
            <p:spPr>
              <a:xfrm flipH="1">
                <a:off x="4939390" y="541339"/>
                <a:ext cx="120566" cy="120335"/>
              </a:xfrm>
              <a:prstGeom prst="rect">
                <a:avLst/>
              </a:prstGeom>
              <a:solidFill>
                <a:schemeClr val="bg2">
                  <a:lumMod val="75000"/>
                  <a:alpha val="53336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909;p28">
                <a:extLst>
                  <a:ext uri="{FF2B5EF4-FFF2-40B4-BE49-F238E27FC236}">
                    <a16:creationId xmlns:a16="http://schemas.microsoft.com/office/drawing/2014/main" id="{D875CE52-B0E7-43B0-0945-62182394DC7A}"/>
                  </a:ext>
                </a:extLst>
              </p:cNvPr>
              <p:cNvSpPr/>
              <p:nvPr/>
            </p:nvSpPr>
            <p:spPr>
              <a:xfrm flipH="1">
                <a:off x="4939443" y="662046"/>
                <a:ext cx="120566" cy="12033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Google Shape;1018;p28">
                  <a:extLst>
                    <a:ext uri="{FF2B5EF4-FFF2-40B4-BE49-F238E27FC236}">
                      <a16:creationId xmlns:a16="http://schemas.microsoft.com/office/drawing/2014/main" id="{B7A94CB4-63F1-2124-6216-0CB9BAE598E9}"/>
                    </a:ext>
                  </a:extLst>
                </p:cNvPr>
                <p:cNvSpPr txBox="1"/>
                <p:nvPr/>
              </p:nvSpPr>
              <p:spPr>
                <a:xfrm>
                  <a:off x="4800327" y="840527"/>
                  <a:ext cx="234135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pPr>
                          <m:e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199" name="Google Shape;1018;p28">
                  <a:extLst>
                    <a:ext uri="{FF2B5EF4-FFF2-40B4-BE49-F238E27FC236}">
                      <a16:creationId xmlns:a16="http://schemas.microsoft.com/office/drawing/2014/main" id="{D856ADE6-A3D2-C4E3-F592-3C0CA6308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327" y="840527"/>
                  <a:ext cx="234135" cy="183129"/>
                </a:xfrm>
                <a:prstGeom prst="rect">
                  <a:avLst/>
                </a:prstGeom>
                <a:blipFill>
                  <a:blip r:embed="rId20"/>
                  <a:stretch>
                    <a:fillRect l="-25000" t="-13333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Google Shape;1018;p28">
                  <a:extLst>
                    <a:ext uri="{FF2B5EF4-FFF2-40B4-BE49-F238E27FC236}">
                      <a16:creationId xmlns:a16="http://schemas.microsoft.com/office/drawing/2014/main" id="{EECBD87C-8062-889D-08BB-FFBE32F8C069}"/>
                    </a:ext>
                  </a:extLst>
                </p:cNvPr>
                <p:cNvSpPr txBox="1"/>
                <p:nvPr/>
              </p:nvSpPr>
              <p:spPr>
                <a:xfrm>
                  <a:off x="4792281" y="1554661"/>
                  <a:ext cx="234135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1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200" name="Google Shape;1018;p28">
                  <a:extLst>
                    <a:ext uri="{FF2B5EF4-FFF2-40B4-BE49-F238E27FC236}">
                      <a16:creationId xmlns:a16="http://schemas.microsoft.com/office/drawing/2014/main" id="{8DB116BA-25A9-AAEF-B445-A9CE25290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2281" y="1554661"/>
                  <a:ext cx="234135" cy="183129"/>
                </a:xfrm>
                <a:prstGeom prst="rect">
                  <a:avLst/>
                </a:prstGeom>
                <a:blipFill>
                  <a:blip r:embed="rId21"/>
                  <a:stretch>
                    <a:fillRect l="-26316" t="-6667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Google Shape;899;p28">
              <a:extLst>
                <a:ext uri="{FF2B5EF4-FFF2-40B4-BE49-F238E27FC236}">
                  <a16:creationId xmlns:a16="http://schemas.microsoft.com/office/drawing/2014/main" id="{70CCD839-F117-6926-1859-277BB96142EE}"/>
                </a:ext>
              </a:extLst>
            </p:cNvPr>
            <p:cNvSpPr/>
            <p:nvPr/>
          </p:nvSpPr>
          <p:spPr>
            <a:xfrm flipH="1">
              <a:off x="4577948" y="1374089"/>
              <a:ext cx="132623" cy="132369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909;p28">
              <a:extLst>
                <a:ext uri="{FF2B5EF4-FFF2-40B4-BE49-F238E27FC236}">
                  <a16:creationId xmlns:a16="http://schemas.microsoft.com/office/drawing/2014/main" id="{A1617C85-5B81-3AA0-0B07-BB090AD8A5CA}"/>
                </a:ext>
              </a:extLst>
            </p:cNvPr>
            <p:cNvSpPr/>
            <p:nvPr/>
          </p:nvSpPr>
          <p:spPr>
            <a:xfrm flipH="1">
              <a:off x="4848321" y="1374090"/>
              <a:ext cx="132623" cy="132369"/>
            </a:xfrm>
            <a:prstGeom prst="rect">
              <a:avLst/>
            </a:prstGeom>
            <a:solidFill>
              <a:srgbClr val="D6B5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Google Shape;1018;p28">
                  <a:extLst>
                    <a:ext uri="{FF2B5EF4-FFF2-40B4-BE49-F238E27FC236}">
                      <a16:creationId xmlns:a16="http://schemas.microsoft.com/office/drawing/2014/main" id="{EF9AB846-BBB6-B93B-7803-0B374B08DCEB}"/>
                    </a:ext>
                  </a:extLst>
                </p:cNvPr>
                <p:cNvSpPr txBox="1"/>
                <p:nvPr/>
              </p:nvSpPr>
              <p:spPr>
                <a:xfrm>
                  <a:off x="4527191" y="1554661"/>
                  <a:ext cx="234135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1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217" name="Google Shape;1018;p28">
                  <a:extLst>
                    <a:ext uri="{FF2B5EF4-FFF2-40B4-BE49-F238E27FC236}">
                      <a16:creationId xmlns:a16="http://schemas.microsoft.com/office/drawing/2014/main" id="{C4B90DC9-0480-4E92-6425-83366778E7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191" y="1554661"/>
                  <a:ext cx="234135" cy="183129"/>
                </a:xfrm>
                <a:prstGeom prst="rect">
                  <a:avLst/>
                </a:prstGeom>
                <a:blipFill>
                  <a:blip r:embed="rId22"/>
                  <a:stretch>
                    <a:fillRect l="-26316" t="-6667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6BD00EA-CEE7-2844-AC27-91BF52DBDBE6}"/>
              </a:ext>
            </a:extLst>
          </p:cNvPr>
          <p:cNvGrpSpPr/>
          <p:nvPr/>
        </p:nvGrpSpPr>
        <p:grpSpPr>
          <a:xfrm>
            <a:off x="5312809" y="732897"/>
            <a:ext cx="658432" cy="614697"/>
            <a:chOff x="5201515" y="3251716"/>
            <a:chExt cx="658432" cy="614697"/>
          </a:xfrm>
        </p:grpSpPr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43221D3-A5AE-B09F-4F12-14EF572956C6}"/>
                </a:ext>
              </a:extLst>
            </p:cNvPr>
            <p:cNvGrpSpPr/>
            <p:nvPr/>
          </p:nvGrpSpPr>
          <p:grpSpPr>
            <a:xfrm>
              <a:off x="5312151" y="3251716"/>
              <a:ext cx="132623" cy="397515"/>
              <a:chOff x="5485968" y="3286828"/>
              <a:chExt cx="132623" cy="397515"/>
            </a:xfrm>
          </p:grpSpPr>
          <p:sp>
            <p:nvSpPr>
              <p:cNvPr id="133" name="Google Shape;898;p28">
                <a:extLst>
                  <a:ext uri="{FF2B5EF4-FFF2-40B4-BE49-F238E27FC236}">
                    <a16:creationId xmlns:a16="http://schemas.microsoft.com/office/drawing/2014/main" id="{2D05B887-D776-CA62-7516-96D0B8576690}"/>
                  </a:ext>
                </a:extLst>
              </p:cNvPr>
              <p:cNvSpPr/>
              <p:nvPr/>
            </p:nvSpPr>
            <p:spPr>
              <a:xfrm flipH="1">
                <a:off x="5485968" y="3286828"/>
                <a:ext cx="132623" cy="132369"/>
              </a:xfrm>
              <a:prstGeom prst="rect">
                <a:avLst/>
              </a:prstGeom>
              <a:solidFill>
                <a:srgbClr val="B6D7A8">
                  <a:alpha val="86000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903;p28">
                <a:extLst>
                  <a:ext uri="{FF2B5EF4-FFF2-40B4-BE49-F238E27FC236}">
                    <a16:creationId xmlns:a16="http://schemas.microsoft.com/office/drawing/2014/main" id="{F6A5A5EC-EAC7-2AE3-FC31-83CEF5934338}"/>
                  </a:ext>
                </a:extLst>
              </p:cNvPr>
              <p:cNvSpPr/>
              <p:nvPr/>
            </p:nvSpPr>
            <p:spPr>
              <a:xfrm flipH="1">
                <a:off x="5485968" y="3419197"/>
                <a:ext cx="132623" cy="132369"/>
              </a:xfrm>
              <a:prstGeom prst="rect">
                <a:avLst/>
              </a:prstGeom>
              <a:solidFill>
                <a:srgbClr val="B6D7A8">
                  <a:alpha val="54468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908;p28">
                <a:extLst>
                  <a:ext uri="{FF2B5EF4-FFF2-40B4-BE49-F238E27FC236}">
                    <a16:creationId xmlns:a16="http://schemas.microsoft.com/office/drawing/2014/main" id="{0BA6E5AD-FD64-9672-459D-2F2C50641535}"/>
                  </a:ext>
                </a:extLst>
              </p:cNvPr>
              <p:cNvSpPr/>
              <p:nvPr/>
            </p:nvSpPr>
            <p:spPr>
              <a:xfrm flipH="1">
                <a:off x="5485968" y="3551974"/>
                <a:ext cx="132623" cy="132369"/>
              </a:xfrm>
              <a:prstGeom prst="rect">
                <a:avLst/>
              </a:prstGeom>
              <a:solidFill>
                <a:srgbClr val="B6D7A8">
                  <a:alpha val="48924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27053DEF-BC0E-5F83-C616-C34BE428B2EB}"/>
                </a:ext>
              </a:extLst>
            </p:cNvPr>
            <p:cNvGrpSpPr/>
            <p:nvPr/>
          </p:nvGrpSpPr>
          <p:grpSpPr>
            <a:xfrm>
              <a:off x="5616688" y="3251716"/>
              <a:ext cx="132623" cy="397515"/>
              <a:chOff x="5618412" y="3286828"/>
              <a:chExt cx="132623" cy="397515"/>
            </a:xfrm>
          </p:grpSpPr>
          <p:sp>
            <p:nvSpPr>
              <p:cNvPr id="123" name="Google Shape;899;p28">
                <a:extLst>
                  <a:ext uri="{FF2B5EF4-FFF2-40B4-BE49-F238E27FC236}">
                    <a16:creationId xmlns:a16="http://schemas.microsoft.com/office/drawing/2014/main" id="{643B2F11-F677-A547-C0D6-C44F7123C99C}"/>
                  </a:ext>
                </a:extLst>
              </p:cNvPr>
              <p:cNvSpPr/>
              <p:nvPr/>
            </p:nvSpPr>
            <p:spPr>
              <a:xfrm flipH="1">
                <a:off x="5618412" y="3286828"/>
                <a:ext cx="132623" cy="132369"/>
              </a:xfrm>
              <a:prstGeom prst="rect">
                <a:avLst/>
              </a:prstGeom>
              <a:solidFill>
                <a:srgbClr val="D6B5F4">
                  <a:alpha val="24000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904;p28">
                <a:extLst>
                  <a:ext uri="{FF2B5EF4-FFF2-40B4-BE49-F238E27FC236}">
                    <a16:creationId xmlns:a16="http://schemas.microsoft.com/office/drawing/2014/main" id="{38EB69F4-71BA-906D-7712-1FF2BD0F1296}"/>
                  </a:ext>
                </a:extLst>
              </p:cNvPr>
              <p:cNvSpPr/>
              <p:nvPr/>
            </p:nvSpPr>
            <p:spPr>
              <a:xfrm flipH="1">
                <a:off x="5618412" y="3419197"/>
                <a:ext cx="132623" cy="132369"/>
              </a:xfrm>
              <a:prstGeom prst="rect">
                <a:avLst/>
              </a:prstGeom>
              <a:solidFill>
                <a:srgbClr val="D6B5F4">
                  <a:alpha val="53336"/>
                </a:srgb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909;p28">
                <a:extLst>
                  <a:ext uri="{FF2B5EF4-FFF2-40B4-BE49-F238E27FC236}">
                    <a16:creationId xmlns:a16="http://schemas.microsoft.com/office/drawing/2014/main" id="{B45FFB0E-00DC-65D9-3591-1DE689308478}"/>
                  </a:ext>
                </a:extLst>
              </p:cNvPr>
              <p:cNvSpPr/>
              <p:nvPr/>
            </p:nvSpPr>
            <p:spPr>
              <a:xfrm flipH="1">
                <a:off x="5618412" y="3551974"/>
                <a:ext cx="132623" cy="132369"/>
              </a:xfrm>
              <a:prstGeom prst="rect">
                <a:avLst/>
              </a:prstGeom>
              <a:solidFill>
                <a:srgbClr val="D6B5F4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Google Shape;1018;p28">
                  <a:extLst>
                    <a:ext uri="{FF2B5EF4-FFF2-40B4-BE49-F238E27FC236}">
                      <a16:creationId xmlns:a16="http://schemas.microsoft.com/office/drawing/2014/main" id="{C2A30582-FB44-A9C7-0B70-FE329496CA5B}"/>
                    </a:ext>
                  </a:extLst>
                </p:cNvPr>
                <p:cNvSpPr txBox="1"/>
                <p:nvPr/>
              </p:nvSpPr>
              <p:spPr>
                <a:xfrm>
                  <a:off x="5201515" y="3683284"/>
                  <a:ext cx="342797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pPr>
                          <m:e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1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100" b="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180" name="Google Shape;1018;p28">
                  <a:extLst>
                    <a:ext uri="{FF2B5EF4-FFF2-40B4-BE49-F238E27FC236}">
                      <a16:creationId xmlns:a16="http://schemas.microsoft.com/office/drawing/2014/main" id="{C215DB94-8515-77D8-8E03-6B9FA3716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1515" y="3683284"/>
                  <a:ext cx="342797" cy="183129"/>
                </a:xfrm>
                <a:prstGeom prst="rect">
                  <a:avLst/>
                </a:prstGeom>
                <a:blipFill>
                  <a:blip r:embed="rId23"/>
                  <a:stretch>
                    <a:fillRect l="-25000" t="-13333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Google Shape;1018;p28">
                  <a:extLst>
                    <a:ext uri="{FF2B5EF4-FFF2-40B4-BE49-F238E27FC236}">
                      <a16:creationId xmlns:a16="http://schemas.microsoft.com/office/drawing/2014/main" id="{C37E9D65-FB6B-A44C-5727-786C14F7C621}"/>
                    </a:ext>
                  </a:extLst>
                </p:cNvPr>
                <p:cNvSpPr txBox="1"/>
                <p:nvPr/>
              </p:nvSpPr>
              <p:spPr>
                <a:xfrm>
                  <a:off x="5517150" y="3683283"/>
                  <a:ext cx="342797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pPr>
                          <m:e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1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100" b="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264" name="Google Shape;1018;p28">
                  <a:extLst>
                    <a:ext uri="{FF2B5EF4-FFF2-40B4-BE49-F238E27FC236}">
                      <a16:creationId xmlns:a16="http://schemas.microsoft.com/office/drawing/2014/main" id="{A9040139-100F-AABC-4AD5-41CC578F3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7150" y="3683283"/>
                  <a:ext cx="342797" cy="183129"/>
                </a:xfrm>
                <a:prstGeom prst="rect">
                  <a:avLst/>
                </a:prstGeom>
                <a:blipFill>
                  <a:blip r:embed="rId24"/>
                  <a:stretch>
                    <a:fillRect l="-25000" t="-13333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B15AFC51-56BA-4613-4701-F5EF15499025}"/>
              </a:ext>
            </a:extLst>
          </p:cNvPr>
          <p:cNvGrpSpPr/>
          <p:nvPr/>
        </p:nvGrpSpPr>
        <p:grpSpPr>
          <a:xfrm>
            <a:off x="6368769" y="341062"/>
            <a:ext cx="265122" cy="1334002"/>
            <a:chOff x="6422390" y="398370"/>
            <a:chExt cx="265122" cy="13340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Google Shape;1018;p28">
                  <a:extLst>
                    <a:ext uri="{FF2B5EF4-FFF2-40B4-BE49-F238E27FC236}">
                      <a16:creationId xmlns:a16="http://schemas.microsoft.com/office/drawing/2014/main" id="{60D99A9E-8080-B9DB-8369-A0286346F7E1}"/>
                    </a:ext>
                  </a:extLst>
                </p:cNvPr>
                <p:cNvSpPr txBox="1"/>
                <p:nvPr/>
              </p:nvSpPr>
              <p:spPr>
                <a:xfrm>
                  <a:off x="6431630" y="1544678"/>
                  <a:ext cx="234135" cy="1876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2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2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200" dirty="0"/>
                </a:p>
              </p:txBody>
            </p:sp>
          </mc:Choice>
          <mc:Fallback xmlns="">
            <p:sp>
              <p:nvSpPr>
                <p:cNvPr id="225" name="Google Shape;1018;p28">
                  <a:extLst>
                    <a:ext uri="{FF2B5EF4-FFF2-40B4-BE49-F238E27FC236}">
                      <a16:creationId xmlns:a16="http://schemas.microsoft.com/office/drawing/2014/main" id="{98EAE034-1192-4ED4-B55C-0174FE113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1630" y="1544678"/>
                  <a:ext cx="234135" cy="187694"/>
                </a:xfrm>
                <a:prstGeom prst="rect">
                  <a:avLst/>
                </a:prstGeom>
                <a:blipFill>
                  <a:blip r:embed="rId25"/>
                  <a:stretch>
                    <a:fillRect l="-26316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AAC1E29D-52D6-DB49-C5E8-535CE16F8CD5}"/>
                </a:ext>
              </a:extLst>
            </p:cNvPr>
            <p:cNvGrpSpPr/>
            <p:nvPr/>
          </p:nvGrpSpPr>
          <p:grpSpPr>
            <a:xfrm>
              <a:off x="6482387" y="1247093"/>
              <a:ext cx="132623" cy="264327"/>
              <a:chOff x="5747872" y="160610"/>
              <a:chExt cx="120566" cy="240297"/>
            </a:xfrm>
          </p:grpSpPr>
          <p:sp>
            <p:nvSpPr>
              <p:cNvPr id="191" name="Google Shape;899;p28">
                <a:extLst>
                  <a:ext uri="{FF2B5EF4-FFF2-40B4-BE49-F238E27FC236}">
                    <a16:creationId xmlns:a16="http://schemas.microsoft.com/office/drawing/2014/main" id="{BD80CE02-BAF5-35A3-4C13-8DC2A532B73B}"/>
                  </a:ext>
                </a:extLst>
              </p:cNvPr>
              <p:cNvSpPr/>
              <p:nvPr/>
            </p:nvSpPr>
            <p:spPr>
              <a:xfrm flipH="1">
                <a:off x="5747872" y="160610"/>
                <a:ext cx="120566" cy="120335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909;p28">
                <a:extLst>
                  <a:ext uri="{FF2B5EF4-FFF2-40B4-BE49-F238E27FC236}">
                    <a16:creationId xmlns:a16="http://schemas.microsoft.com/office/drawing/2014/main" id="{32E63D99-06F1-45E2-84DA-E9F8A0965B56}"/>
                  </a:ext>
                </a:extLst>
              </p:cNvPr>
              <p:cNvSpPr/>
              <p:nvPr/>
            </p:nvSpPr>
            <p:spPr>
              <a:xfrm flipH="1">
                <a:off x="5747872" y="280572"/>
                <a:ext cx="120566" cy="120335"/>
              </a:xfrm>
              <a:prstGeom prst="rect">
                <a:avLst/>
              </a:prstGeom>
              <a:solidFill>
                <a:srgbClr val="D6B5F4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Google Shape;1018;p28">
                  <a:extLst>
                    <a:ext uri="{FF2B5EF4-FFF2-40B4-BE49-F238E27FC236}">
                      <a16:creationId xmlns:a16="http://schemas.microsoft.com/office/drawing/2014/main" id="{B17209D0-FB84-9A36-D511-CF5B4BCE4DBB}"/>
                    </a:ext>
                  </a:extLst>
                </p:cNvPr>
                <p:cNvSpPr txBox="1"/>
                <p:nvPr/>
              </p:nvSpPr>
              <p:spPr>
                <a:xfrm>
                  <a:off x="6437701" y="835962"/>
                  <a:ext cx="233591" cy="1876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Pr>
                          <m:e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sz="1200" dirty="0"/>
                </a:p>
              </p:txBody>
            </p:sp>
          </mc:Choice>
          <mc:Fallback xmlns="">
            <p:sp>
              <p:nvSpPr>
                <p:cNvPr id="227" name="Google Shape;1018;p28">
                  <a:extLst>
                    <a:ext uri="{FF2B5EF4-FFF2-40B4-BE49-F238E27FC236}">
                      <a16:creationId xmlns:a16="http://schemas.microsoft.com/office/drawing/2014/main" id="{B26E6484-31E8-6E4F-0EAB-6D0BAC972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7701" y="835962"/>
                  <a:ext cx="233591" cy="187694"/>
                </a:xfrm>
                <a:prstGeom prst="rect">
                  <a:avLst/>
                </a:prstGeom>
                <a:blipFill>
                  <a:blip r:embed="rId26"/>
                  <a:stretch>
                    <a:fillRect l="-40000" t="-6250" r="-500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E2F07706-FC94-2474-B5CF-71C8BF137277}"/>
                </a:ext>
              </a:extLst>
            </p:cNvPr>
            <p:cNvGrpSpPr/>
            <p:nvPr/>
          </p:nvGrpSpPr>
          <p:grpSpPr>
            <a:xfrm>
              <a:off x="6422390" y="398370"/>
              <a:ext cx="265122" cy="397515"/>
              <a:chOff x="6400013" y="416439"/>
              <a:chExt cx="241020" cy="361377"/>
            </a:xfrm>
          </p:grpSpPr>
          <p:grpSp>
            <p:nvGrpSpPr>
              <p:cNvPr id="151" name="그룹 150">
                <a:extLst>
                  <a:ext uri="{FF2B5EF4-FFF2-40B4-BE49-F238E27FC236}">
                    <a16:creationId xmlns:a16="http://schemas.microsoft.com/office/drawing/2014/main" id="{E8B7CA08-1C18-5E5C-4878-8D7C53F391DB}"/>
                  </a:ext>
                </a:extLst>
              </p:cNvPr>
              <p:cNvGrpSpPr/>
              <p:nvPr/>
            </p:nvGrpSpPr>
            <p:grpSpPr>
              <a:xfrm>
                <a:off x="6400013" y="416439"/>
                <a:ext cx="120566" cy="361377"/>
                <a:chOff x="4763939" y="421004"/>
                <a:chExt cx="120566" cy="361377"/>
              </a:xfrm>
            </p:grpSpPr>
            <p:sp>
              <p:nvSpPr>
                <p:cNvPr id="160" name="Google Shape;898;p28">
                  <a:extLst>
                    <a:ext uri="{FF2B5EF4-FFF2-40B4-BE49-F238E27FC236}">
                      <a16:creationId xmlns:a16="http://schemas.microsoft.com/office/drawing/2014/main" id="{A7A830D6-C98F-56E7-0838-204458F91766}"/>
                    </a:ext>
                  </a:extLst>
                </p:cNvPr>
                <p:cNvSpPr/>
                <p:nvPr/>
              </p:nvSpPr>
              <p:spPr>
                <a:xfrm flipH="1">
                  <a:off x="4763939" y="421004"/>
                  <a:ext cx="120566" cy="120335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86000"/>
                  </a:scheme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4205" tIns="24205" rIns="24205" bIns="24205" anchor="ctr" anchorCtr="0">
                  <a:noAutofit/>
                </a:bodyPr>
                <a:lstStyle/>
                <a:p>
                  <a:pPr defTabSz="242042">
                    <a:buClr>
                      <a:srgbClr val="000000"/>
                    </a:buClr>
                  </a:pPr>
                  <a:endParaRPr sz="12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903;p28">
                  <a:extLst>
                    <a:ext uri="{FF2B5EF4-FFF2-40B4-BE49-F238E27FC236}">
                      <a16:creationId xmlns:a16="http://schemas.microsoft.com/office/drawing/2014/main" id="{05476C40-6AB2-490A-A9BD-196565B667B6}"/>
                    </a:ext>
                  </a:extLst>
                </p:cNvPr>
                <p:cNvSpPr/>
                <p:nvPr/>
              </p:nvSpPr>
              <p:spPr>
                <a:xfrm flipH="1">
                  <a:off x="4763939" y="541339"/>
                  <a:ext cx="120566" cy="120335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54468"/>
                  </a:scheme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4205" tIns="24205" rIns="24205" bIns="24205" anchor="ctr" anchorCtr="0">
                  <a:noAutofit/>
                </a:bodyPr>
                <a:lstStyle/>
                <a:p>
                  <a:pPr defTabSz="242042">
                    <a:buClr>
                      <a:srgbClr val="000000"/>
                    </a:buClr>
                  </a:pPr>
                  <a:endParaRPr sz="12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908;p28">
                  <a:extLst>
                    <a:ext uri="{FF2B5EF4-FFF2-40B4-BE49-F238E27FC236}">
                      <a16:creationId xmlns:a16="http://schemas.microsoft.com/office/drawing/2014/main" id="{F910076C-9CAE-131B-7612-34FB8C15D37E}"/>
                    </a:ext>
                  </a:extLst>
                </p:cNvPr>
                <p:cNvSpPr/>
                <p:nvPr/>
              </p:nvSpPr>
              <p:spPr>
                <a:xfrm flipH="1">
                  <a:off x="4763939" y="662046"/>
                  <a:ext cx="120566" cy="120335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48924"/>
                  </a:scheme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4205" tIns="24205" rIns="24205" bIns="24205" anchor="ctr" anchorCtr="0">
                  <a:noAutofit/>
                </a:bodyPr>
                <a:lstStyle/>
                <a:p>
                  <a:pPr defTabSz="242042">
                    <a:buClr>
                      <a:srgbClr val="000000"/>
                    </a:buClr>
                  </a:pPr>
                  <a:endParaRPr sz="12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A48496FE-78F3-A675-0A96-8A94CE3F4A68}"/>
                  </a:ext>
                </a:extLst>
              </p:cNvPr>
              <p:cNvGrpSpPr/>
              <p:nvPr/>
            </p:nvGrpSpPr>
            <p:grpSpPr>
              <a:xfrm>
                <a:off x="6520467" y="416439"/>
                <a:ext cx="120566" cy="361377"/>
                <a:chOff x="4966257" y="421004"/>
                <a:chExt cx="120566" cy="361377"/>
              </a:xfrm>
            </p:grpSpPr>
            <p:sp>
              <p:nvSpPr>
                <p:cNvPr id="153" name="Google Shape;899;p28">
                  <a:extLst>
                    <a:ext uri="{FF2B5EF4-FFF2-40B4-BE49-F238E27FC236}">
                      <a16:creationId xmlns:a16="http://schemas.microsoft.com/office/drawing/2014/main" id="{CFEBD936-E9FA-A201-E010-9846DC79280D}"/>
                    </a:ext>
                  </a:extLst>
                </p:cNvPr>
                <p:cNvSpPr/>
                <p:nvPr/>
              </p:nvSpPr>
              <p:spPr>
                <a:xfrm flipH="1">
                  <a:off x="4966257" y="421004"/>
                  <a:ext cx="120566" cy="120335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24000"/>
                  </a:scheme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4205" tIns="24205" rIns="24205" bIns="24205" anchor="ctr" anchorCtr="0">
                  <a:noAutofit/>
                </a:bodyPr>
                <a:lstStyle/>
                <a:p>
                  <a:pPr defTabSz="242042">
                    <a:buClr>
                      <a:srgbClr val="000000"/>
                    </a:buClr>
                  </a:pPr>
                  <a:endParaRPr sz="12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" name="Google Shape;904;p28">
                  <a:extLst>
                    <a:ext uri="{FF2B5EF4-FFF2-40B4-BE49-F238E27FC236}">
                      <a16:creationId xmlns:a16="http://schemas.microsoft.com/office/drawing/2014/main" id="{7A5C79B1-88CE-C503-B180-9B5B4D14757C}"/>
                    </a:ext>
                  </a:extLst>
                </p:cNvPr>
                <p:cNvSpPr/>
                <p:nvPr/>
              </p:nvSpPr>
              <p:spPr>
                <a:xfrm flipH="1">
                  <a:off x="4966257" y="541339"/>
                  <a:ext cx="120566" cy="120335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53336"/>
                  </a:scheme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4205" tIns="24205" rIns="24205" bIns="24205" anchor="ctr" anchorCtr="0">
                  <a:noAutofit/>
                </a:bodyPr>
                <a:lstStyle/>
                <a:p>
                  <a:pPr defTabSz="242042">
                    <a:buClr>
                      <a:srgbClr val="000000"/>
                    </a:buClr>
                  </a:pPr>
                  <a:endParaRPr sz="12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909;p28">
                  <a:extLst>
                    <a:ext uri="{FF2B5EF4-FFF2-40B4-BE49-F238E27FC236}">
                      <a16:creationId xmlns:a16="http://schemas.microsoft.com/office/drawing/2014/main" id="{F2EAA62F-38E0-458E-7EE4-8B031EDC6594}"/>
                    </a:ext>
                  </a:extLst>
                </p:cNvPr>
                <p:cNvSpPr/>
                <p:nvPr/>
              </p:nvSpPr>
              <p:spPr>
                <a:xfrm flipH="1">
                  <a:off x="4966257" y="662046"/>
                  <a:ext cx="120566" cy="120335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4205" tIns="24205" rIns="24205" bIns="24205" anchor="ctr" anchorCtr="0">
                  <a:noAutofit/>
                </a:bodyPr>
                <a:lstStyle/>
                <a:p>
                  <a:pPr defTabSz="242042">
                    <a:buClr>
                      <a:srgbClr val="000000"/>
                    </a:buClr>
                  </a:pPr>
                  <a:endParaRPr sz="12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93" name="오른쪽 중괄호[R] 192">
            <a:extLst>
              <a:ext uri="{FF2B5EF4-FFF2-40B4-BE49-F238E27FC236}">
                <a16:creationId xmlns:a16="http://schemas.microsoft.com/office/drawing/2014/main" id="{14843003-A324-9AC0-B9A5-7233C82BB9CB}"/>
              </a:ext>
            </a:extLst>
          </p:cNvPr>
          <p:cNvSpPr/>
          <p:nvPr/>
        </p:nvSpPr>
        <p:spPr>
          <a:xfrm>
            <a:off x="6754965" y="541377"/>
            <a:ext cx="129914" cy="775156"/>
          </a:xfrm>
          <a:prstGeom prst="rightBrace">
            <a:avLst>
              <a:gd name="adj1" fmla="val 24391"/>
              <a:gd name="adj2" fmla="val 14893"/>
            </a:avLst>
          </a:prstGeom>
          <a:ln w="952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94" name="오른쪽 중괄호[R] 193">
            <a:extLst>
              <a:ext uri="{FF2B5EF4-FFF2-40B4-BE49-F238E27FC236}">
                <a16:creationId xmlns:a16="http://schemas.microsoft.com/office/drawing/2014/main" id="{7ED069AD-F1C3-B731-76C2-2CD3F2A5B6FE}"/>
              </a:ext>
            </a:extLst>
          </p:cNvPr>
          <p:cNvSpPr/>
          <p:nvPr/>
        </p:nvSpPr>
        <p:spPr>
          <a:xfrm>
            <a:off x="7637237" y="650716"/>
            <a:ext cx="129914" cy="671046"/>
          </a:xfrm>
          <a:prstGeom prst="rightBrace">
            <a:avLst>
              <a:gd name="adj1" fmla="val 24391"/>
              <a:gd name="adj2" fmla="val 41540"/>
            </a:avLst>
          </a:prstGeom>
          <a:ln w="9525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0B281017-F610-B879-8152-3E395178AB67}"/>
              </a:ext>
            </a:extLst>
          </p:cNvPr>
          <p:cNvGrpSpPr/>
          <p:nvPr/>
        </p:nvGrpSpPr>
        <p:grpSpPr>
          <a:xfrm>
            <a:off x="6982201" y="448049"/>
            <a:ext cx="533961" cy="1163307"/>
            <a:chOff x="7240620" y="505357"/>
            <a:chExt cx="533961" cy="1163307"/>
          </a:xfrm>
        </p:grpSpPr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37BF5B88-458B-0AD4-A1A6-FC3BC3C1B883}"/>
                </a:ext>
              </a:extLst>
            </p:cNvPr>
            <p:cNvGrpSpPr/>
            <p:nvPr/>
          </p:nvGrpSpPr>
          <p:grpSpPr>
            <a:xfrm>
              <a:off x="7291377" y="505357"/>
              <a:ext cx="132623" cy="397515"/>
              <a:chOff x="6813821" y="2021460"/>
              <a:chExt cx="120566" cy="361377"/>
            </a:xfrm>
          </p:grpSpPr>
          <p:sp>
            <p:nvSpPr>
              <p:cNvPr id="204" name="Google Shape;898;p28">
                <a:extLst>
                  <a:ext uri="{FF2B5EF4-FFF2-40B4-BE49-F238E27FC236}">
                    <a16:creationId xmlns:a16="http://schemas.microsoft.com/office/drawing/2014/main" id="{E59AED3E-0CA4-3676-B90A-C0247B6EA585}"/>
                  </a:ext>
                </a:extLst>
              </p:cNvPr>
              <p:cNvSpPr/>
              <p:nvPr/>
            </p:nvSpPr>
            <p:spPr>
              <a:xfrm flipH="1">
                <a:off x="6813821" y="2021460"/>
                <a:ext cx="120566" cy="120335"/>
              </a:xfrm>
              <a:prstGeom prst="rect">
                <a:avLst/>
              </a:prstGeom>
              <a:solidFill>
                <a:srgbClr val="CAE0C3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903;p28">
                <a:extLst>
                  <a:ext uri="{FF2B5EF4-FFF2-40B4-BE49-F238E27FC236}">
                    <a16:creationId xmlns:a16="http://schemas.microsoft.com/office/drawing/2014/main" id="{2FF98D62-AEED-F63C-3DC6-14083D6B132A}"/>
                  </a:ext>
                </a:extLst>
              </p:cNvPr>
              <p:cNvSpPr/>
              <p:nvPr/>
            </p:nvSpPr>
            <p:spPr>
              <a:xfrm flipH="1">
                <a:off x="6813821" y="2141795"/>
                <a:ext cx="120566" cy="120335"/>
              </a:xfrm>
              <a:prstGeom prst="rect">
                <a:avLst/>
              </a:prstGeom>
              <a:solidFill>
                <a:srgbClr val="DBD7E8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908;p28">
                <a:extLst>
                  <a:ext uri="{FF2B5EF4-FFF2-40B4-BE49-F238E27FC236}">
                    <a16:creationId xmlns:a16="http://schemas.microsoft.com/office/drawing/2014/main" id="{1D803560-FD62-1B3A-7E17-9B5A3A538E3A}"/>
                  </a:ext>
                </a:extLst>
              </p:cNvPr>
              <p:cNvSpPr/>
              <p:nvPr/>
            </p:nvSpPr>
            <p:spPr>
              <a:xfrm flipH="1">
                <a:off x="6813821" y="2262502"/>
                <a:ext cx="120566" cy="120335"/>
              </a:xfrm>
              <a:prstGeom prst="rect">
                <a:avLst/>
              </a:prstGeom>
              <a:solidFill>
                <a:srgbClr val="CCBDE2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Google Shape;1018;p28">
                  <a:extLst>
                    <a:ext uri="{FF2B5EF4-FFF2-40B4-BE49-F238E27FC236}">
                      <a16:creationId xmlns:a16="http://schemas.microsoft.com/office/drawing/2014/main" id="{A8B57EA7-AFB1-7D56-F74C-A29569A65ECA}"/>
                    </a:ext>
                  </a:extLst>
                </p:cNvPr>
                <p:cNvSpPr txBox="1"/>
                <p:nvPr/>
              </p:nvSpPr>
              <p:spPr>
                <a:xfrm>
                  <a:off x="7240620" y="943793"/>
                  <a:ext cx="234135" cy="1876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Pr>
                          <m:e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200" dirty="0"/>
                </a:p>
              </p:txBody>
            </p:sp>
          </mc:Choice>
          <mc:Fallback xmlns="">
            <p:sp>
              <p:nvSpPr>
                <p:cNvPr id="243" name="Google Shape;1018;p28">
                  <a:extLst>
                    <a:ext uri="{FF2B5EF4-FFF2-40B4-BE49-F238E27FC236}">
                      <a16:creationId xmlns:a16="http://schemas.microsoft.com/office/drawing/2014/main" id="{86E7BA6A-0C19-A6E2-AD78-3B98F8A6B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0620" y="943793"/>
                  <a:ext cx="234135" cy="187694"/>
                </a:xfrm>
                <a:prstGeom prst="rect">
                  <a:avLst/>
                </a:prstGeom>
                <a:blipFill>
                  <a:blip r:embed="rId27"/>
                  <a:stretch>
                    <a:fillRect l="-25000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Google Shape;1018;p28">
                  <a:extLst>
                    <a:ext uri="{FF2B5EF4-FFF2-40B4-BE49-F238E27FC236}">
                      <a16:creationId xmlns:a16="http://schemas.microsoft.com/office/drawing/2014/main" id="{0FD0A8EF-C273-82DF-FE87-3DA86FE11799}"/>
                    </a:ext>
                  </a:extLst>
                </p:cNvPr>
                <p:cNvSpPr txBox="1"/>
                <p:nvPr/>
              </p:nvSpPr>
              <p:spPr>
                <a:xfrm>
                  <a:off x="7540446" y="1480970"/>
                  <a:ext cx="234135" cy="1876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2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2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sz="1200" dirty="0"/>
                </a:p>
              </p:txBody>
            </p:sp>
          </mc:Choice>
          <mc:Fallback xmlns="">
            <p:sp>
              <p:nvSpPr>
                <p:cNvPr id="244" name="Google Shape;1018;p28">
                  <a:extLst>
                    <a:ext uri="{FF2B5EF4-FFF2-40B4-BE49-F238E27FC236}">
                      <a16:creationId xmlns:a16="http://schemas.microsoft.com/office/drawing/2014/main" id="{6957D57D-57EC-CC54-4A21-71E8C8ED9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446" y="1480970"/>
                  <a:ext cx="234135" cy="187694"/>
                </a:xfrm>
                <a:prstGeom prst="rect">
                  <a:avLst/>
                </a:prstGeom>
                <a:blipFill>
                  <a:blip r:embed="rId28"/>
                  <a:stretch>
                    <a:fillRect l="-31579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Google Shape;899;p28">
              <a:extLst>
                <a:ext uri="{FF2B5EF4-FFF2-40B4-BE49-F238E27FC236}">
                  <a16:creationId xmlns:a16="http://schemas.microsoft.com/office/drawing/2014/main" id="{DA2338A3-0CBC-7569-042C-24211C9CAB81}"/>
                </a:ext>
              </a:extLst>
            </p:cNvPr>
            <p:cNvSpPr/>
            <p:nvPr/>
          </p:nvSpPr>
          <p:spPr>
            <a:xfrm flipH="1">
              <a:off x="7296617" y="1307655"/>
              <a:ext cx="132623" cy="132369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" name="Google Shape;909;p28">
              <a:extLst>
                <a:ext uri="{FF2B5EF4-FFF2-40B4-BE49-F238E27FC236}">
                  <a16:creationId xmlns:a16="http://schemas.microsoft.com/office/drawing/2014/main" id="{60FD40DE-1304-1AA8-EAE7-9A4B5F6CEBB4}"/>
                </a:ext>
              </a:extLst>
            </p:cNvPr>
            <p:cNvSpPr/>
            <p:nvPr/>
          </p:nvSpPr>
          <p:spPr>
            <a:xfrm flipH="1">
              <a:off x="7596486" y="1307656"/>
              <a:ext cx="132623" cy="132369"/>
            </a:xfrm>
            <a:prstGeom prst="rect">
              <a:avLst/>
            </a:prstGeom>
            <a:solidFill>
              <a:srgbClr val="D6B5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Google Shape;1018;p28">
                  <a:extLst>
                    <a:ext uri="{FF2B5EF4-FFF2-40B4-BE49-F238E27FC236}">
                      <a16:creationId xmlns:a16="http://schemas.microsoft.com/office/drawing/2014/main" id="{A8778810-90CC-042B-A33E-A3A1CB4D0F13}"/>
                    </a:ext>
                  </a:extLst>
                </p:cNvPr>
                <p:cNvSpPr txBox="1"/>
                <p:nvPr/>
              </p:nvSpPr>
              <p:spPr>
                <a:xfrm>
                  <a:off x="7245860" y="1480970"/>
                  <a:ext cx="234135" cy="1876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2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2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sz="1200" dirty="0"/>
                </a:p>
              </p:txBody>
            </p:sp>
          </mc:Choice>
          <mc:Fallback xmlns="">
            <p:sp>
              <p:nvSpPr>
                <p:cNvPr id="247" name="Google Shape;1018;p28">
                  <a:extLst>
                    <a:ext uri="{FF2B5EF4-FFF2-40B4-BE49-F238E27FC236}">
                      <a16:creationId xmlns:a16="http://schemas.microsoft.com/office/drawing/2014/main" id="{68FAF68C-9B33-9B2C-8705-612298B9C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860" y="1480970"/>
                  <a:ext cx="234135" cy="187694"/>
                </a:xfrm>
                <a:prstGeom prst="rect">
                  <a:avLst/>
                </a:prstGeom>
                <a:blipFill>
                  <a:blip r:embed="rId29"/>
                  <a:stretch>
                    <a:fillRect l="-31579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54F344D0-2D57-A21E-713C-2D919223322C}"/>
              </a:ext>
            </a:extLst>
          </p:cNvPr>
          <p:cNvGrpSpPr/>
          <p:nvPr/>
        </p:nvGrpSpPr>
        <p:grpSpPr>
          <a:xfrm>
            <a:off x="7825404" y="732898"/>
            <a:ext cx="658432" cy="614697"/>
            <a:chOff x="7774114" y="3251717"/>
            <a:chExt cx="658432" cy="614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Google Shape;1018;p28">
                  <a:extLst>
                    <a:ext uri="{FF2B5EF4-FFF2-40B4-BE49-F238E27FC236}">
                      <a16:creationId xmlns:a16="http://schemas.microsoft.com/office/drawing/2014/main" id="{67193B43-826C-0FCF-5A93-8FCFE667DB90}"/>
                    </a:ext>
                  </a:extLst>
                </p:cNvPr>
                <p:cNvSpPr txBox="1"/>
                <p:nvPr/>
              </p:nvSpPr>
              <p:spPr>
                <a:xfrm>
                  <a:off x="7774114" y="3683285"/>
                  <a:ext cx="342797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Pr>
                          <m:e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1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100" b="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288" name="Google Shape;1018;p28">
                  <a:extLst>
                    <a:ext uri="{FF2B5EF4-FFF2-40B4-BE49-F238E27FC236}">
                      <a16:creationId xmlns:a16="http://schemas.microsoft.com/office/drawing/2014/main" id="{504C6D30-065F-501B-3606-5378E4737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4114" y="3683285"/>
                  <a:ext cx="342797" cy="183129"/>
                </a:xfrm>
                <a:prstGeom prst="rect">
                  <a:avLst/>
                </a:prstGeom>
                <a:blipFill>
                  <a:blip r:embed="rId30"/>
                  <a:stretch>
                    <a:fillRect l="-21429" t="-13333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Google Shape;1018;p28">
                  <a:extLst>
                    <a:ext uri="{FF2B5EF4-FFF2-40B4-BE49-F238E27FC236}">
                      <a16:creationId xmlns:a16="http://schemas.microsoft.com/office/drawing/2014/main" id="{FD665312-D20B-C840-C306-EB96A2F4CC89}"/>
                    </a:ext>
                  </a:extLst>
                </p:cNvPr>
                <p:cNvSpPr txBox="1"/>
                <p:nvPr/>
              </p:nvSpPr>
              <p:spPr>
                <a:xfrm>
                  <a:off x="8089749" y="3683284"/>
                  <a:ext cx="342797" cy="1831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algn="ctr" defTabSz="242042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onsolas"/>
                            <a:sym typeface="Consolas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Pr>
                          <m:e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ko-KR" sz="11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onsolas"/>
                                    <a:sym typeface="Consola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100" b="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1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onsolas"/>
                                <a:sym typeface="Consola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sz="1100" dirty="0"/>
                </a:p>
              </p:txBody>
            </p:sp>
          </mc:Choice>
          <mc:Fallback xmlns="">
            <p:sp>
              <p:nvSpPr>
                <p:cNvPr id="289" name="Google Shape;1018;p28">
                  <a:extLst>
                    <a:ext uri="{FF2B5EF4-FFF2-40B4-BE49-F238E27FC236}">
                      <a16:creationId xmlns:a16="http://schemas.microsoft.com/office/drawing/2014/main" id="{F9051CBB-FF82-3000-0CC7-E0888283B1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9749" y="3683284"/>
                  <a:ext cx="342797" cy="183129"/>
                </a:xfrm>
                <a:prstGeom prst="rect">
                  <a:avLst/>
                </a:prstGeom>
                <a:blipFill>
                  <a:blip r:embed="rId31"/>
                  <a:stretch>
                    <a:fillRect l="-17241" t="-13333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99714ED3-8124-1DB7-9B23-4DE0172303EC}"/>
                </a:ext>
              </a:extLst>
            </p:cNvPr>
            <p:cNvGrpSpPr/>
            <p:nvPr/>
          </p:nvGrpSpPr>
          <p:grpSpPr>
            <a:xfrm>
              <a:off x="7884750" y="3251717"/>
              <a:ext cx="132623" cy="397515"/>
              <a:chOff x="6813821" y="2021460"/>
              <a:chExt cx="120566" cy="361377"/>
            </a:xfrm>
          </p:grpSpPr>
          <p:sp>
            <p:nvSpPr>
              <p:cNvPr id="217" name="Google Shape;898;p28">
                <a:extLst>
                  <a:ext uri="{FF2B5EF4-FFF2-40B4-BE49-F238E27FC236}">
                    <a16:creationId xmlns:a16="http://schemas.microsoft.com/office/drawing/2014/main" id="{4EA59128-D476-1133-B3D9-F1FD8C0BBC19}"/>
                  </a:ext>
                </a:extLst>
              </p:cNvPr>
              <p:cNvSpPr/>
              <p:nvPr/>
            </p:nvSpPr>
            <p:spPr>
              <a:xfrm flipH="1">
                <a:off x="6813821" y="2021460"/>
                <a:ext cx="120566" cy="120335"/>
              </a:xfrm>
              <a:prstGeom prst="rect">
                <a:avLst/>
              </a:prstGeom>
              <a:solidFill>
                <a:srgbClr val="C3DCB8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903;p28">
                <a:extLst>
                  <a:ext uri="{FF2B5EF4-FFF2-40B4-BE49-F238E27FC236}">
                    <a16:creationId xmlns:a16="http://schemas.microsoft.com/office/drawing/2014/main" id="{B944290A-762F-552A-AE58-F314EEE66BC5}"/>
                  </a:ext>
                </a:extLst>
              </p:cNvPr>
              <p:cNvSpPr/>
              <p:nvPr/>
            </p:nvSpPr>
            <p:spPr>
              <a:xfrm flipH="1">
                <a:off x="6813821" y="2141795"/>
                <a:ext cx="120566" cy="120335"/>
              </a:xfrm>
              <a:prstGeom prst="rect">
                <a:avLst/>
              </a:prstGeom>
              <a:solidFill>
                <a:srgbClr val="CCD8C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908;p28">
                <a:extLst>
                  <a:ext uri="{FF2B5EF4-FFF2-40B4-BE49-F238E27FC236}">
                    <a16:creationId xmlns:a16="http://schemas.microsoft.com/office/drawing/2014/main" id="{AD1926C6-97CE-0FDD-62BD-C3D2614FE33A}"/>
                  </a:ext>
                </a:extLst>
              </p:cNvPr>
              <p:cNvSpPr/>
              <p:nvPr/>
            </p:nvSpPr>
            <p:spPr>
              <a:xfrm flipH="1">
                <a:off x="6813821" y="2262502"/>
                <a:ext cx="120566" cy="120335"/>
              </a:xfrm>
              <a:prstGeom prst="rect">
                <a:avLst/>
              </a:prstGeom>
              <a:solidFill>
                <a:srgbClr val="C4C7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A7735445-1E7A-07E0-F1F3-8ACDF522476C}"/>
                </a:ext>
              </a:extLst>
            </p:cNvPr>
            <p:cNvGrpSpPr/>
            <p:nvPr/>
          </p:nvGrpSpPr>
          <p:grpSpPr>
            <a:xfrm>
              <a:off x="8189287" y="3251717"/>
              <a:ext cx="132623" cy="397515"/>
              <a:chOff x="6813821" y="2021460"/>
              <a:chExt cx="120566" cy="361377"/>
            </a:xfrm>
          </p:grpSpPr>
          <p:sp>
            <p:nvSpPr>
              <p:cNvPr id="214" name="Google Shape;898;p28">
                <a:extLst>
                  <a:ext uri="{FF2B5EF4-FFF2-40B4-BE49-F238E27FC236}">
                    <a16:creationId xmlns:a16="http://schemas.microsoft.com/office/drawing/2014/main" id="{92F191EB-775B-964F-54A1-BFBBBF7E9738}"/>
                  </a:ext>
                </a:extLst>
              </p:cNvPr>
              <p:cNvSpPr/>
              <p:nvPr/>
            </p:nvSpPr>
            <p:spPr>
              <a:xfrm flipH="1">
                <a:off x="6813821" y="2021460"/>
                <a:ext cx="120566" cy="120335"/>
              </a:xfrm>
              <a:prstGeom prst="rect">
                <a:avLst/>
              </a:prstGeom>
              <a:solidFill>
                <a:srgbClr val="CFCED7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903;p28">
                <a:extLst>
                  <a:ext uri="{FF2B5EF4-FFF2-40B4-BE49-F238E27FC236}">
                    <a16:creationId xmlns:a16="http://schemas.microsoft.com/office/drawing/2014/main" id="{4641075C-CAB4-A5E5-2269-8525E65240B4}"/>
                  </a:ext>
                </a:extLst>
              </p:cNvPr>
              <p:cNvSpPr/>
              <p:nvPr/>
            </p:nvSpPr>
            <p:spPr>
              <a:xfrm flipH="1">
                <a:off x="6813821" y="2141795"/>
                <a:ext cx="120566" cy="120335"/>
              </a:xfrm>
              <a:prstGeom prst="rect">
                <a:avLst/>
              </a:prstGeom>
              <a:solidFill>
                <a:srgbClr val="D9C9ED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908;p28">
                <a:extLst>
                  <a:ext uri="{FF2B5EF4-FFF2-40B4-BE49-F238E27FC236}">
                    <a16:creationId xmlns:a16="http://schemas.microsoft.com/office/drawing/2014/main" id="{4A25A2B7-273E-86DF-1F9B-F44C957D3D91}"/>
                  </a:ext>
                </a:extLst>
              </p:cNvPr>
              <p:cNvSpPr/>
              <p:nvPr/>
            </p:nvSpPr>
            <p:spPr>
              <a:xfrm flipH="1">
                <a:off x="6813821" y="2262502"/>
                <a:ext cx="120566" cy="120335"/>
              </a:xfrm>
              <a:prstGeom prst="rect">
                <a:avLst/>
              </a:prstGeom>
              <a:solidFill>
                <a:srgbClr val="D0B9EA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205" tIns="24205" rIns="24205" bIns="24205" anchor="ctr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Google Shape;1018;p28">
                <a:extLst>
                  <a:ext uri="{FF2B5EF4-FFF2-40B4-BE49-F238E27FC236}">
                    <a16:creationId xmlns:a16="http://schemas.microsoft.com/office/drawing/2014/main" id="{23EF5C96-0469-7D1B-AEDD-3928F2E23783}"/>
                  </a:ext>
                </a:extLst>
              </p:cNvPr>
              <p:cNvSpPr txBox="1"/>
              <p:nvPr/>
            </p:nvSpPr>
            <p:spPr>
              <a:xfrm>
                <a:off x="3841145" y="1492323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ko-KR" sz="9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onsolas"/>
                        <a:sym typeface="Consolas"/>
                      </a:rPr>
                      <m:t>𝑡</m:t>
                    </m:r>
                  </m:oMath>
                </a14:m>
                <a:r>
                  <a:rPr lang="en-US" sz="900" dirty="0"/>
                  <a:t> </a:t>
                </a:r>
                <a:endParaRPr sz="900" dirty="0"/>
              </a:p>
            </p:txBody>
          </p:sp>
        </mc:Choice>
        <mc:Fallback>
          <p:sp>
            <p:nvSpPr>
              <p:cNvPr id="220" name="Google Shape;1018;p28">
                <a:extLst>
                  <a:ext uri="{FF2B5EF4-FFF2-40B4-BE49-F238E27FC236}">
                    <a16:creationId xmlns:a16="http://schemas.microsoft.com/office/drawing/2014/main" id="{23EF5C96-0469-7D1B-AEDD-3928F2E23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145" y="1492323"/>
                <a:ext cx="234135" cy="183129"/>
              </a:xfrm>
              <a:prstGeom prst="rect">
                <a:avLst/>
              </a:prstGeom>
              <a:blipFill>
                <a:blip r:embed="rId32"/>
                <a:stretch>
                  <a:fillRect l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Google Shape;1018;p28">
                <a:extLst>
                  <a:ext uri="{FF2B5EF4-FFF2-40B4-BE49-F238E27FC236}">
                    <a16:creationId xmlns:a16="http://schemas.microsoft.com/office/drawing/2014/main" id="{31818A00-7950-7565-DF76-F58A8A07AEF9}"/>
                  </a:ext>
                </a:extLst>
              </p:cNvPr>
              <p:cNvSpPr txBox="1"/>
              <p:nvPr/>
            </p:nvSpPr>
            <p:spPr>
              <a:xfrm>
                <a:off x="1982493" y="1492323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1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1" name="Google Shape;1018;p28">
                <a:extLst>
                  <a:ext uri="{FF2B5EF4-FFF2-40B4-BE49-F238E27FC236}">
                    <a16:creationId xmlns:a16="http://schemas.microsoft.com/office/drawing/2014/main" id="{31818A00-7950-7565-DF76-F58A8A07A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493" y="1492323"/>
                <a:ext cx="234135" cy="18312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Google Shape;1018;p28">
                <a:extLst>
                  <a:ext uri="{FF2B5EF4-FFF2-40B4-BE49-F238E27FC236}">
                    <a16:creationId xmlns:a16="http://schemas.microsoft.com/office/drawing/2014/main" id="{6A8060F8-C082-B896-1F78-323FC7FEFF0D}"/>
                  </a:ext>
                </a:extLst>
              </p:cNvPr>
              <p:cNvSpPr txBox="1"/>
              <p:nvPr/>
            </p:nvSpPr>
            <p:spPr>
              <a:xfrm>
                <a:off x="2385608" y="1492323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2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2" name="Google Shape;1018;p28">
                <a:extLst>
                  <a:ext uri="{FF2B5EF4-FFF2-40B4-BE49-F238E27FC236}">
                    <a16:creationId xmlns:a16="http://schemas.microsoft.com/office/drawing/2014/main" id="{6A8060F8-C082-B896-1F78-323FC7FEF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608" y="1492323"/>
                <a:ext cx="234135" cy="18312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Google Shape;1018;p28">
                <a:extLst>
                  <a:ext uri="{FF2B5EF4-FFF2-40B4-BE49-F238E27FC236}">
                    <a16:creationId xmlns:a16="http://schemas.microsoft.com/office/drawing/2014/main" id="{5D0B3C4C-10BB-E435-0DA1-17900FE641E3}"/>
                  </a:ext>
                </a:extLst>
              </p:cNvPr>
              <p:cNvSpPr txBox="1"/>
              <p:nvPr/>
            </p:nvSpPr>
            <p:spPr>
              <a:xfrm>
                <a:off x="2788723" y="1492323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3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3" name="Google Shape;1018;p28">
                <a:extLst>
                  <a:ext uri="{FF2B5EF4-FFF2-40B4-BE49-F238E27FC236}">
                    <a16:creationId xmlns:a16="http://schemas.microsoft.com/office/drawing/2014/main" id="{5D0B3C4C-10BB-E435-0DA1-17900FE6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723" y="1492323"/>
                <a:ext cx="234135" cy="18312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Google Shape;1018;p28">
                <a:extLst>
                  <a:ext uri="{FF2B5EF4-FFF2-40B4-BE49-F238E27FC236}">
                    <a16:creationId xmlns:a16="http://schemas.microsoft.com/office/drawing/2014/main" id="{1A1D8C48-0E7A-BE2F-C484-47C013E2278D}"/>
                  </a:ext>
                </a:extLst>
              </p:cNvPr>
              <p:cNvSpPr txBox="1"/>
              <p:nvPr/>
            </p:nvSpPr>
            <p:spPr>
              <a:xfrm>
                <a:off x="3196554" y="1492323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4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4" name="Google Shape;1018;p28">
                <a:extLst>
                  <a:ext uri="{FF2B5EF4-FFF2-40B4-BE49-F238E27FC236}">
                    <a16:creationId xmlns:a16="http://schemas.microsoft.com/office/drawing/2014/main" id="{1A1D8C48-0E7A-BE2F-C484-47C013E22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554" y="1492323"/>
                <a:ext cx="234135" cy="18312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Google Shape;1018;p28">
                <a:extLst>
                  <a:ext uri="{FF2B5EF4-FFF2-40B4-BE49-F238E27FC236}">
                    <a16:creationId xmlns:a16="http://schemas.microsoft.com/office/drawing/2014/main" id="{AEB3D20C-0F92-23CE-9918-89E9FC7D2EFA}"/>
                  </a:ext>
                </a:extLst>
              </p:cNvPr>
              <p:cNvSpPr txBox="1"/>
              <p:nvPr/>
            </p:nvSpPr>
            <p:spPr>
              <a:xfrm>
                <a:off x="3597895" y="1492323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5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5" name="Google Shape;1018;p28">
                <a:extLst>
                  <a:ext uri="{FF2B5EF4-FFF2-40B4-BE49-F238E27FC236}">
                    <a16:creationId xmlns:a16="http://schemas.microsoft.com/office/drawing/2014/main" id="{AEB3D20C-0F92-23CE-9918-89E9FC7D2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95" y="1492323"/>
                <a:ext cx="234135" cy="18312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Google Shape;1018;p28">
                <a:extLst>
                  <a:ext uri="{FF2B5EF4-FFF2-40B4-BE49-F238E27FC236}">
                    <a16:creationId xmlns:a16="http://schemas.microsoft.com/office/drawing/2014/main" id="{EFB848CB-CF56-3038-A90F-20A13CF86B91}"/>
                  </a:ext>
                </a:extLst>
              </p:cNvPr>
              <p:cNvSpPr txBox="1"/>
              <p:nvPr/>
            </p:nvSpPr>
            <p:spPr>
              <a:xfrm>
                <a:off x="3841145" y="730512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ko-KR" sz="9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onsolas"/>
                        <a:sym typeface="Consolas"/>
                      </a:rPr>
                      <m:t>𝑡</m:t>
                    </m:r>
                  </m:oMath>
                </a14:m>
                <a:r>
                  <a:rPr lang="en-US" sz="900" dirty="0"/>
                  <a:t> </a:t>
                </a:r>
                <a:endParaRPr sz="900" dirty="0"/>
              </a:p>
            </p:txBody>
          </p:sp>
        </mc:Choice>
        <mc:Fallback>
          <p:sp>
            <p:nvSpPr>
              <p:cNvPr id="226" name="Google Shape;1018;p28">
                <a:extLst>
                  <a:ext uri="{FF2B5EF4-FFF2-40B4-BE49-F238E27FC236}">
                    <a16:creationId xmlns:a16="http://schemas.microsoft.com/office/drawing/2014/main" id="{EFB848CB-CF56-3038-A90F-20A13CF86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145" y="730512"/>
                <a:ext cx="234135" cy="183129"/>
              </a:xfrm>
              <a:prstGeom prst="rect">
                <a:avLst/>
              </a:prstGeom>
              <a:blipFill>
                <a:blip r:embed="rId32"/>
                <a:stretch>
                  <a:fillRect l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Google Shape;1018;p28">
                <a:extLst>
                  <a:ext uri="{FF2B5EF4-FFF2-40B4-BE49-F238E27FC236}">
                    <a16:creationId xmlns:a16="http://schemas.microsoft.com/office/drawing/2014/main" id="{2CB443DB-B1B1-E669-449A-97A59005EB3F}"/>
                  </a:ext>
                </a:extLst>
              </p:cNvPr>
              <p:cNvSpPr txBox="1"/>
              <p:nvPr/>
            </p:nvSpPr>
            <p:spPr>
              <a:xfrm>
                <a:off x="1982493" y="730512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1</m:t>
                      </m:r>
                    </m:oMath>
                  </m:oMathPara>
                </a14:m>
                <a:endParaRPr sz="800" dirty="0"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27" name="Google Shape;1018;p28">
                <a:extLst>
                  <a:ext uri="{FF2B5EF4-FFF2-40B4-BE49-F238E27FC236}">
                    <a16:creationId xmlns:a16="http://schemas.microsoft.com/office/drawing/2014/main" id="{2CB443DB-B1B1-E669-449A-97A59005E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493" y="730512"/>
                <a:ext cx="234135" cy="18312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Google Shape;1018;p28">
                <a:extLst>
                  <a:ext uri="{FF2B5EF4-FFF2-40B4-BE49-F238E27FC236}">
                    <a16:creationId xmlns:a16="http://schemas.microsoft.com/office/drawing/2014/main" id="{AA1F50B2-A304-670D-6A92-BC59718409DA}"/>
                  </a:ext>
                </a:extLst>
              </p:cNvPr>
              <p:cNvSpPr txBox="1"/>
              <p:nvPr/>
            </p:nvSpPr>
            <p:spPr>
              <a:xfrm>
                <a:off x="3058447" y="730512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3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8" name="Google Shape;1018;p28">
                <a:extLst>
                  <a:ext uri="{FF2B5EF4-FFF2-40B4-BE49-F238E27FC236}">
                    <a16:creationId xmlns:a16="http://schemas.microsoft.com/office/drawing/2014/main" id="{AA1F50B2-A304-670D-6A92-BC5971840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447" y="730512"/>
                <a:ext cx="234135" cy="1831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Google Shape;1018;p28">
                <a:extLst>
                  <a:ext uri="{FF2B5EF4-FFF2-40B4-BE49-F238E27FC236}">
                    <a16:creationId xmlns:a16="http://schemas.microsoft.com/office/drawing/2014/main" id="{B20396BC-6DF6-05C5-3FF8-7538F4802095}"/>
                  </a:ext>
                </a:extLst>
              </p:cNvPr>
              <p:cNvSpPr txBox="1"/>
              <p:nvPr/>
            </p:nvSpPr>
            <p:spPr>
              <a:xfrm>
                <a:off x="2788723" y="730512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2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29" name="Google Shape;1018;p28">
                <a:extLst>
                  <a:ext uri="{FF2B5EF4-FFF2-40B4-BE49-F238E27FC236}">
                    <a16:creationId xmlns:a16="http://schemas.microsoft.com/office/drawing/2014/main" id="{B20396BC-6DF6-05C5-3FF8-7538F480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723" y="730512"/>
                <a:ext cx="234135" cy="18312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Google Shape;1018;p28">
                <a:extLst>
                  <a:ext uri="{FF2B5EF4-FFF2-40B4-BE49-F238E27FC236}">
                    <a16:creationId xmlns:a16="http://schemas.microsoft.com/office/drawing/2014/main" id="{16F164D5-6120-D9E0-03F0-53CA24BE82E3}"/>
                  </a:ext>
                </a:extLst>
              </p:cNvPr>
              <p:cNvSpPr txBox="1"/>
              <p:nvPr/>
            </p:nvSpPr>
            <p:spPr>
              <a:xfrm>
                <a:off x="3328171" y="730512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4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30" name="Google Shape;1018;p28">
                <a:extLst>
                  <a:ext uri="{FF2B5EF4-FFF2-40B4-BE49-F238E27FC236}">
                    <a16:creationId xmlns:a16="http://schemas.microsoft.com/office/drawing/2014/main" id="{16F164D5-6120-D9E0-03F0-53CA24BE8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71" y="730512"/>
                <a:ext cx="234135" cy="18312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Google Shape;1018;p28">
                <a:extLst>
                  <a:ext uri="{FF2B5EF4-FFF2-40B4-BE49-F238E27FC236}">
                    <a16:creationId xmlns:a16="http://schemas.microsoft.com/office/drawing/2014/main" id="{456D4F94-577C-03D5-D866-E05635745120}"/>
                  </a:ext>
                </a:extLst>
              </p:cNvPr>
              <p:cNvSpPr txBox="1"/>
              <p:nvPr/>
            </p:nvSpPr>
            <p:spPr>
              <a:xfrm>
                <a:off x="3597895" y="730512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5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31" name="Google Shape;1018;p28">
                <a:extLst>
                  <a:ext uri="{FF2B5EF4-FFF2-40B4-BE49-F238E27FC236}">
                    <a16:creationId xmlns:a16="http://schemas.microsoft.com/office/drawing/2014/main" id="{456D4F94-577C-03D5-D866-E05635745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95" y="730512"/>
                <a:ext cx="234135" cy="18312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Google Shape;1018;p28">
                <a:extLst>
                  <a:ext uri="{FF2B5EF4-FFF2-40B4-BE49-F238E27FC236}">
                    <a16:creationId xmlns:a16="http://schemas.microsoft.com/office/drawing/2014/main" id="{819F2D51-5684-D2D2-C3F3-78433164BC2A}"/>
                  </a:ext>
                </a:extLst>
              </p:cNvPr>
              <p:cNvSpPr txBox="1"/>
              <p:nvPr/>
            </p:nvSpPr>
            <p:spPr>
              <a:xfrm>
                <a:off x="1671439" y="1504909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ko-KR" sz="9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onsolas"/>
                        <a:sym typeface="Consolas"/>
                      </a:rPr>
                      <m:t>𝑡</m:t>
                    </m:r>
                  </m:oMath>
                </a14:m>
                <a:r>
                  <a:rPr lang="en-US" sz="900" dirty="0"/>
                  <a:t> </a:t>
                </a:r>
                <a:endParaRPr sz="900" dirty="0"/>
              </a:p>
            </p:txBody>
          </p:sp>
        </mc:Choice>
        <mc:Fallback>
          <p:sp>
            <p:nvSpPr>
              <p:cNvPr id="232" name="Google Shape;1018;p28">
                <a:extLst>
                  <a:ext uri="{FF2B5EF4-FFF2-40B4-BE49-F238E27FC236}">
                    <a16:creationId xmlns:a16="http://schemas.microsoft.com/office/drawing/2014/main" id="{819F2D51-5684-D2D2-C3F3-78433164B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39" y="1504909"/>
                <a:ext cx="234135" cy="183129"/>
              </a:xfrm>
              <a:prstGeom prst="rect">
                <a:avLst/>
              </a:prstGeom>
              <a:blipFill>
                <a:blip r:embed="rId42"/>
                <a:stretch>
                  <a:fillRect l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Google Shape;1018;p28">
                <a:extLst>
                  <a:ext uri="{FF2B5EF4-FFF2-40B4-BE49-F238E27FC236}">
                    <a16:creationId xmlns:a16="http://schemas.microsoft.com/office/drawing/2014/main" id="{D23CAB85-67C2-2245-CD09-2B46F9C06BBF}"/>
                  </a:ext>
                </a:extLst>
              </p:cNvPr>
              <p:cNvSpPr txBox="1"/>
              <p:nvPr/>
            </p:nvSpPr>
            <p:spPr>
              <a:xfrm>
                <a:off x="-15874" y="1504909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1</m:t>
                      </m:r>
                    </m:oMath>
                  </m:oMathPara>
                </a14:m>
                <a:endParaRPr lang="en-US" sz="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33" name="Google Shape;1018;p28">
                <a:extLst>
                  <a:ext uri="{FF2B5EF4-FFF2-40B4-BE49-F238E27FC236}">
                    <a16:creationId xmlns:a16="http://schemas.microsoft.com/office/drawing/2014/main" id="{D23CAB85-67C2-2245-CD09-2B46F9C0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74" y="1504909"/>
                <a:ext cx="234135" cy="18312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Google Shape;1018;p28">
                <a:extLst>
                  <a:ext uri="{FF2B5EF4-FFF2-40B4-BE49-F238E27FC236}">
                    <a16:creationId xmlns:a16="http://schemas.microsoft.com/office/drawing/2014/main" id="{CE52956B-C919-00A7-769A-B25CF4D2BA50}"/>
                  </a:ext>
                </a:extLst>
              </p:cNvPr>
              <p:cNvSpPr txBox="1"/>
              <p:nvPr/>
            </p:nvSpPr>
            <p:spPr>
              <a:xfrm>
                <a:off x="349817" y="1504909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2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34" name="Google Shape;1018;p28">
                <a:extLst>
                  <a:ext uri="{FF2B5EF4-FFF2-40B4-BE49-F238E27FC236}">
                    <a16:creationId xmlns:a16="http://schemas.microsoft.com/office/drawing/2014/main" id="{CE52956B-C919-00A7-769A-B25CF4D2B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17" y="1504909"/>
                <a:ext cx="234135" cy="18312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Google Shape;1018;p28">
                <a:extLst>
                  <a:ext uri="{FF2B5EF4-FFF2-40B4-BE49-F238E27FC236}">
                    <a16:creationId xmlns:a16="http://schemas.microsoft.com/office/drawing/2014/main" id="{C1FD1E41-F784-22F3-BF9E-784CAB38AA2F}"/>
                  </a:ext>
                </a:extLst>
              </p:cNvPr>
              <p:cNvSpPr txBox="1"/>
              <p:nvPr/>
            </p:nvSpPr>
            <p:spPr>
              <a:xfrm>
                <a:off x="715508" y="1504909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3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35" name="Google Shape;1018;p28">
                <a:extLst>
                  <a:ext uri="{FF2B5EF4-FFF2-40B4-BE49-F238E27FC236}">
                    <a16:creationId xmlns:a16="http://schemas.microsoft.com/office/drawing/2014/main" id="{C1FD1E41-F784-22F3-BF9E-784CAB38A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08" y="1504909"/>
                <a:ext cx="234135" cy="18312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Google Shape;1018;p28">
                <a:extLst>
                  <a:ext uri="{FF2B5EF4-FFF2-40B4-BE49-F238E27FC236}">
                    <a16:creationId xmlns:a16="http://schemas.microsoft.com/office/drawing/2014/main" id="{8147B9B4-2D4D-4357-14CA-3FE5D96EA5A5}"/>
                  </a:ext>
                </a:extLst>
              </p:cNvPr>
              <p:cNvSpPr txBox="1"/>
              <p:nvPr/>
            </p:nvSpPr>
            <p:spPr>
              <a:xfrm>
                <a:off x="1081199" y="1504909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4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36" name="Google Shape;1018;p28">
                <a:extLst>
                  <a:ext uri="{FF2B5EF4-FFF2-40B4-BE49-F238E27FC236}">
                    <a16:creationId xmlns:a16="http://schemas.microsoft.com/office/drawing/2014/main" id="{8147B9B4-2D4D-4357-14CA-3FE5D96EA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99" y="1504909"/>
                <a:ext cx="234135" cy="18312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Google Shape;1018;p28">
                <a:extLst>
                  <a:ext uri="{FF2B5EF4-FFF2-40B4-BE49-F238E27FC236}">
                    <a16:creationId xmlns:a16="http://schemas.microsoft.com/office/drawing/2014/main" id="{7D7B6129-7DFB-6D3D-8DC5-2349A8FAEFE1}"/>
                  </a:ext>
                </a:extLst>
              </p:cNvPr>
              <p:cNvSpPr txBox="1"/>
              <p:nvPr/>
            </p:nvSpPr>
            <p:spPr>
              <a:xfrm>
                <a:off x="1446890" y="1504909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5</m:t>
                      </m:r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237" name="Google Shape;1018;p28">
                <a:extLst>
                  <a:ext uri="{FF2B5EF4-FFF2-40B4-BE49-F238E27FC236}">
                    <a16:creationId xmlns:a16="http://schemas.microsoft.com/office/drawing/2014/main" id="{7D7B6129-7DFB-6D3D-8DC5-2349A8FAE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890" y="1504909"/>
                <a:ext cx="234135" cy="18312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Google Shape;1018;p28">
                <a:extLst>
                  <a:ext uri="{FF2B5EF4-FFF2-40B4-BE49-F238E27FC236}">
                    <a16:creationId xmlns:a16="http://schemas.microsoft.com/office/drawing/2014/main" id="{5779BBD4-2848-53CC-D38C-EE2D57F506E9}"/>
                  </a:ext>
                </a:extLst>
              </p:cNvPr>
              <p:cNvSpPr txBox="1"/>
              <p:nvPr/>
            </p:nvSpPr>
            <p:spPr>
              <a:xfrm>
                <a:off x="1671439" y="739330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242042"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ko-KR" sz="9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onsolas"/>
                        <a:sym typeface="Consolas"/>
                      </a:rPr>
                      <m:t>𝑡</m:t>
                    </m:r>
                  </m:oMath>
                </a14:m>
                <a:r>
                  <a:rPr lang="en-US" sz="900" dirty="0"/>
                  <a:t> </a:t>
                </a:r>
                <a:endParaRPr sz="900" dirty="0"/>
              </a:p>
            </p:txBody>
          </p:sp>
        </mc:Choice>
        <mc:Fallback>
          <p:sp>
            <p:nvSpPr>
              <p:cNvPr id="238" name="Google Shape;1018;p28">
                <a:extLst>
                  <a:ext uri="{FF2B5EF4-FFF2-40B4-BE49-F238E27FC236}">
                    <a16:creationId xmlns:a16="http://schemas.microsoft.com/office/drawing/2014/main" id="{5779BBD4-2848-53CC-D38C-EE2D57F50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39" y="739330"/>
                <a:ext cx="234135" cy="183129"/>
              </a:xfrm>
              <a:prstGeom prst="rect">
                <a:avLst/>
              </a:prstGeom>
              <a:blipFill>
                <a:blip r:embed="rId47"/>
                <a:stretch>
                  <a:fillRect l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Google Shape;1018;p28">
                <a:extLst>
                  <a:ext uri="{FF2B5EF4-FFF2-40B4-BE49-F238E27FC236}">
                    <a16:creationId xmlns:a16="http://schemas.microsoft.com/office/drawing/2014/main" id="{730E18C6-B044-514B-2AC2-4B39A36442F6}"/>
                  </a:ext>
                </a:extLst>
              </p:cNvPr>
              <p:cNvSpPr txBox="1"/>
              <p:nvPr/>
            </p:nvSpPr>
            <p:spPr>
              <a:xfrm>
                <a:off x="-15874" y="739330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1</m:t>
                      </m:r>
                    </m:oMath>
                  </m:oMathPara>
                </a14:m>
                <a:endParaRPr lang="en-US" sz="800" dirty="0">
                  <a:solidFill>
                    <a:srgbClr val="000000"/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39" name="Google Shape;1018;p28">
                <a:extLst>
                  <a:ext uri="{FF2B5EF4-FFF2-40B4-BE49-F238E27FC236}">
                    <a16:creationId xmlns:a16="http://schemas.microsoft.com/office/drawing/2014/main" id="{730E18C6-B044-514B-2AC2-4B39A364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74" y="739330"/>
                <a:ext cx="234135" cy="183129"/>
              </a:xfrm>
              <a:prstGeom prst="rect">
                <a:avLst/>
              </a:prstGeom>
              <a:blipFill>
                <a:blip r:embed="rId48"/>
                <a:stretch>
                  <a:fillRect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Google Shape;1018;p28">
                <a:extLst>
                  <a:ext uri="{FF2B5EF4-FFF2-40B4-BE49-F238E27FC236}">
                    <a16:creationId xmlns:a16="http://schemas.microsoft.com/office/drawing/2014/main" id="{B82F1052-7495-29C9-ED86-9FCAF67B7BE6}"/>
                  </a:ext>
                </a:extLst>
              </p:cNvPr>
              <p:cNvSpPr txBox="1"/>
              <p:nvPr/>
            </p:nvSpPr>
            <p:spPr>
              <a:xfrm>
                <a:off x="349817" y="739330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2</m:t>
                      </m:r>
                    </m:oMath>
                  </m:oMathPara>
                </a14:m>
                <a:endParaRPr lang="en-US" sz="800" dirty="0">
                  <a:solidFill>
                    <a:srgbClr val="000000"/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40" name="Google Shape;1018;p28">
                <a:extLst>
                  <a:ext uri="{FF2B5EF4-FFF2-40B4-BE49-F238E27FC236}">
                    <a16:creationId xmlns:a16="http://schemas.microsoft.com/office/drawing/2014/main" id="{B82F1052-7495-29C9-ED86-9FCAF67B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17" y="739330"/>
                <a:ext cx="234135" cy="183129"/>
              </a:xfrm>
              <a:prstGeom prst="rect">
                <a:avLst/>
              </a:prstGeom>
              <a:blipFill>
                <a:blip r:embed="rId49"/>
                <a:stretch>
                  <a:fillRect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Google Shape;1018;p28">
                <a:extLst>
                  <a:ext uri="{FF2B5EF4-FFF2-40B4-BE49-F238E27FC236}">
                    <a16:creationId xmlns:a16="http://schemas.microsoft.com/office/drawing/2014/main" id="{EBCD0DA0-C868-B255-897C-A71F4F662611}"/>
                  </a:ext>
                </a:extLst>
              </p:cNvPr>
              <p:cNvSpPr txBox="1"/>
              <p:nvPr/>
            </p:nvSpPr>
            <p:spPr>
              <a:xfrm>
                <a:off x="715508" y="739330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3</m:t>
                      </m:r>
                    </m:oMath>
                  </m:oMathPara>
                </a14:m>
                <a:endParaRPr lang="en-US" sz="800" dirty="0">
                  <a:solidFill>
                    <a:srgbClr val="000000"/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41" name="Google Shape;1018;p28">
                <a:extLst>
                  <a:ext uri="{FF2B5EF4-FFF2-40B4-BE49-F238E27FC236}">
                    <a16:creationId xmlns:a16="http://schemas.microsoft.com/office/drawing/2014/main" id="{EBCD0DA0-C868-B255-897C-A71F4F662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08" y="739330"/>
                <a:ext cx="234135" cy="183129"/>
              </a:xfrm>
              <a:prstGeom prst="rect">
                <a:avLst/>
              </a:prstGeom>
              <a:blipFill>
                <a:blip r:embed="rId50"/>
                <a:stretch>
                  <a:fillRect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Google Shape;1018;p28">
                <a:extLst>
                  <a:ext uri="{FF2B5EF4-FFF2-40B4-BE49-F238E27FC236}">
                    <a16:creationId xmlns:a16="http://schemas.microsoft.com/office/drawing/2014/main" id="{49217C50-2353-5F52-D4C5-9A5C6C55742C}"/>
                  </a:ext>
                </a:extLst>
              </p:cNvPr>
              <p:cNvSpPr txBox="1"/>
              <p:nvPr/>
            </p:nvSpPr>
            <p:spPr>
              <a:xfrm>
                <a:off x="1081199" y="739330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4</m:t>
                      </m:r>
                    </m:oMath>
                  </m:oMathPara>
                </a14:m>
                <a:endParaRPr lang="en-US" sz="800" dirty="0">
                  <a:solidFill>
                    <a:srgbClr val="000000"/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42" name="Google Shape;1018;p28">
                <a:extLst>
                  <a:ext uri="{FF2B5EF4-FFF2-40B4-BE49-F238E27FC236}">
                    <a16:creationId xmlns:a16="http://schemas.microsoft.com/office/drawing/2014/main" id="{49217C50-2353-5F52-D4C5-9A5C6C557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99" y="739330"/>
                <a:ext cx="234135" cy="183129"/>
              </a:xfrm>
              <a:prstGeom prst="rect">
                <a:avLst/>
              </a:prstGeom>
              <a:blipFill>
                <a:blip r:embed="rId51"/>
                <a:stretch>
                  <a:fillRect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Google Shape;1018;p28">
                <a:extLst>
                  <a:ext uri="{FF2B5EF4-FFF2-40B4-BE49-F238E27FC236}">
                    <a16:creationId xmlns:a16="http://schemas.microsoft.com/office/drawing/2014/main" id="{608D20B3-70F1-E314-AA34-A87FA946FFE7}"/>
                  </a:ext>
                </a:extLst>
              </p:cNvPr>
              <p:cNvSpPr txBox="1"/>
              <p:nvPr/>
            </p:nvSpPr>
            <p:spPr>
              <a:xfrm>
                <a:off x="1446890" y="739330"/>
                <a:ext cx="234135" cy="183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800" b="0" i="1" kern="0" dirty="0" smtClean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 5</m:t>
                      </m:r>
                    </m:oMath>
                  </m:oMathPara>
                </a14:m>
                <a:endParaRPr lang="en-US" sz="800" dirty="0">
                  <a:solidFill>
                    <a:srgbClr val="000000"/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43" name="Google Shape;1018;p28">
                <a:extLst>
                  <a:ext uri="{FF2B5EF4-FFF2-40B4-BE49-F238E27FC236}">
                    <a16:creationId xmlns:a16="http://schemas.microsoft.com/office/drawing/2014/main" id="{608D20B3-70F1-E314-AA34-A87FA946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890" y="739330"/>
                <a:ext cx="234135" cy="183129"/>
              </a:xfrm>
              <a:prstGeom prst="rect">
                <a:avLst/>
              </a:prstGeom>
              <a:blipFill>
                <a:blip r:embed="rId52"/>
                <a:stretch>
                  <a:fillRect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99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899;p28">
            <a:extLst>
              <a:ext uri="{FF2B5EF4-FFF2-40B4-BE49-F238E27FC236}">
                <a16:creationId xmlns:a16="http://schemas.microsoft.com/office/drawing/2014/main" id="{8F98D8D9-3C6C-9EFB-A0FE-F534257B79BD}"/>
              </a:ext>
            </a:extLst>
          </p:cNvPr>
          <p:cNvSpPr/>
          <p:nvPr/>
        </p:nvSpPr>
        <p:spPr>
          <a:xfrm flipH="1">
            <a:off x="6417043" y="4710"/>
            <a:ext cx="132623" cy="132369"/>
          </a:xfrm>
          <a:prstGeom prst="rect">
            <a:avLst/>
          </a:prstGeom>
          <a:solidFill>
            <a:srgbClr val="F4B5CC">
              <a:alpha val="42961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5" name="Google Shape;909;p28">
            <a:extLst>
              <a:ext uri="{FF2B5EF4-FFF2-40B4-BE49-F238E27FC236}">
                <a16:creationId xmlns:a16="http://schemas.microsoft.com/office/drawing/2014/main" id="{52054A5C-ADB6-659A-DDC5-15CA49F85883}"/>
              </a:ext>
            </a:extLst>
          </p:cNvPr>
          <p:cNvSpPr/>
          <p:nvPr/>
        </p:nvSpPr>
        <p:spPr>
          <a:xfrm flipH="1">
            <a:off x="6417043" y="136668"/>
            <a:ext cx="132623" cy="132369"/>
          </a:xfrm>
          <a:prstGeom prst="rect">
            <a:avLst/>
          </a:prstGeom>
          <a:solidFill>
            <a:srgbClr val="F4B5CC">
              <a:alpha val="22772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899;p28">
            <a:extLst>
              <a:ext uri="{FF2B5EF4-FFF2-40B4-BE49-F238E27FC236}">
                <a16:creationId xmlns:a16="http://schemas.microsoft.com/office/drawing/2014/main" id="{68A005CE-C3EA-E06D-B729-D27FF07DD052}"/>
              </a:ext>
            </a:extLst>
          </p:cNvPr>
          <p:cNvSpPr/>
          <p:nvPr/>
        </p:nvSpPr>
        <p:spPr>
          <a:xfrm flipH="1">
            <a:off x="6608961" y="4710"/>
            <a:ext cx="132623" cy="132369"/>
          </a:xfrm>
          <a:prstGeom prst="rect">
            <a:avLst/>
          </a:prstGeom>
          <a:solidFill>
            <a:srgbClr val="F4B5CC">
              <a:alpha val="40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909;p28">
            <a:extLst>
              <a:ext uri="{FF2B5EF4-FFF2-40B4-BE49-F238E27FC236}">
                <a16:creationId xmlns:a16="http://schemas.microsoft.com/office/drawing/2014/main" id="{B7DD929A-0511-0D7F-2419-3FE5D3C23D76}"/>
              </a:ext>
            </a:extLst>
          </p:cNvPr>
          <p:cNvSpPr/>
          <p:nvPr/>
        </p:nvSpPr>
        <p:spPr>
          <a:xfrm flipH="1">
            <a:off x="6608961" y="136668"/>
            <a:ext cx="132623" cy="132369"/>
          </a:xfrm>
          <a:prstGeom prst="rect">
            <a:avLst/>
          </a:prstGeom>
          <a:solidFill>
            <a:srgbClr val="F4B5CC">
              <a:alpha val="22772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99;p28">
            <a:extLst>
              <a:ext uri="{FF2B5EF4-FFF2-40B4-BE49-F238E27FC236}">
                <a16:creationId xmlns:a16="http://schemas.microsoft.com/office/drawing/2014/main" id="{D1B66269-E4ED-5787-50E9-08EF45657C90}"/>
              </a:ext>
            </a:extLst>
          </p:cNvPr>
          <p:cNvSpPr/>
          <p:nvPr/>
        </p:nvSpPr>
        <p:spPr>
          <a:xfrm flipH="1">
            <a:off x="6800879" y="4710"/>
            <a:ext cx="132623" cy="132369"/>
          </a:xfrm>
          <a:prstGeom prst="rect">
            <a:avLst/>
          </a:prstGeom>
          <a:solidFill>
            <a:srgbClr val="F4B5CC">
              <a:alpha val="14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909;p28">
            <a:extLst>
              <a:ext uri="{FF2B5EF4-FFF2-40B4-BE49-F238E27FC236}">
                <a16:creationId xmlns:a16="http://schemas.microsoft.com/office/drawing/2014/main" id="{25A3DC4F-D93D-751C-F0AA-F4E2573AFC93}"/>
              </a:ext>
            </a:extLst>
          </p:cNvPr>
          <p:cNvSpPr/>
          <p:nvPr/>
        </p:nvSpPr>
        <p:spPr>
          <a:xfrm flipH="1">
            <a:off x="6800879" y="136668"/>
            <a:ext cx="132623" cy="132369"/>
          </a:xfrm>
          <a:prstGeom prst="rect">
            <a:avLst/>
          </a:prstGeom>
          <a:solidFill>
            <a:srgbClr val="F4B5CC">
              <a:alpha val="92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0" name="Google Shape;899;p28">
            <a:extLst>
              <a:ext uri="{FF2B5EF4-FFF2-40B4-BE49-F238E27FC236}">
                <a16:creationId xmlns:a16="http://schemas.microsoft.com/office/drawing/2014/main" id="{2C3EC585-06B7-C27A-669D-7429F13A1528}"/>
              </a:ext>
            </a:extLst>
          </p:cNvPr>
          <p:cNvSpPr/>
          <p:nvPr/>
        </p:nvSpPr>
        <p:spPr>
          <a:xfrm flipH="1">
            <a:off x="6992797" y="4710"/>
            <a:ext cx="132623" cy="132369"/>
          </a:xfrm>
          <a:prstGeom prst="rect">
            <a:avLst/>
          </a:prstGeom>
          <a:solidFill>
            <a:srgbClr val="F4B5CC">
              <a:alpha val="71146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09;p28">
            <a:extLst>
              <a:ext uri="{FF2B5EF4-FFF2-40B4-BE49-F238E27FC236}">
                <a16:creationId xmlns:a16="http://schemas.microsoft.com/office/drawing/2014/main" id="{02B38897-1D5B-8663-1AF5-D37A7E3D3BD6}"/>
              </a:ext>
            </a:extLst>
          </p:cNvPr>
          <p:cNvSpPr/>
          <p:nvPr/>
        </p:nvSpPr>
        <p:spPr>
          <a:xfrm flipH="1">
            <a:off x="6992797" y="136668"/>
            <a:ext cx="132623" cy="132369"/>
          </a:xfrm>
          <a:prstGeom prst="rect">
            <a:avLst/>
          </a:prstGeom>
          <a:solidFill>
            <a:srgbClr val="F4B5CC">
              <a:alpha val="64569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2" name="Google Shape;899;p28">
            <a:extLst>
              <a:ext uri="{FF2B5EF4-FFF2-40B4-BE49-F238E27FC236}">
                <a16:creationId xmlns:a16="http://schemas.microsoft.com/office/drawing/2014/main" id="{E6F852ED-84C5-A7FC-59B3-5182202B7304}"/>
              </a:ext>
            </a:extLst>
          </p:cNvPr>
          <p:cNvSpPr/>
          <p:nvPr/>
        </p:nvSpPr>
        <p:spPr>
          <a:xfrm flipH="1">
            <a:off x="7184715" y="4710"/>
            <a:ext cx="132623" cy="132369"/>
          </a:xfrm>
          <a:prstGeom prst="rect">
            <a:avLst/>
          </a:prstGeom>
          <a:solidFill>
            <a:srgbClr val="F4B5CC">
              <a:alpha val="68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09;p28">
            <a:extLst>
              <a:ext uri="{FF2B5EF4-FFF2-40B4-BE49-F238E27FC236}">
                <a16:creationId xmlns:a16="http://schemas.microsoft.com/office/drawing/2014/main" id="{80D32E01-2162-B893-358A-3192E2592245}"/>
              </a:ext>
            </a:extLst>
          </p:cNvPr>
          <p:cNvSpPr/>
          <p:nvPr/>
        </p:nvSpPr>
        <p:spPr>
          <a:xfrm flipH="1">
            <a:off x="7184715" y="136668"/>
            <a:ext cx="132623" cy="132369"/>
          </a:xfrm>
          <a:prstGeom prst="rect">
            <a:avLst/>
          </a:prstGeom>
          <a:solidFill>
            <a:srgbClr val="F4B5CC">
              <a:alpha val="57809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" name="Google Shape;899;p28">
            <a:extLst>
              <a:ext uri="{FF2B5EF4-FFF2-40B4-BE49-F238E27FC236}">
                <a16:creationId xmlns:a16="http://schemas.microsoft.com/office/drawing/2014/main" id="{73041EB5-CF9E-E059-E50E-37BF7DC88CB9}"/>
              </a:ext>
            </a:extLst>
          </p:cNvPr>
          <p:cNvSpPr/>
          <p:nvPr/>
        </p:nvSpPr>
        <p:spPr>
          <a:xfrm flipH="1">
            <a:off x="7376633" y="4710"/>
            <a:ext cx="132623" cy="132369"/>
          </a:xfrm>
          <a:prstGeom prst="rect">
            <a:avLst/>
          </a:prstGeom>
          <a:solidFill>
            <a:srgbClr val="F4B5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5" name="Google Shape;909;p28">
            <a:extLst>
              <a:ext uri="{FF2B5EF4-FFF2-40B4-BE49-F238E27FC236}">
                <a16:creationId xmlns:a16="http://schemas.microsoft.com/office/drawing/2014/main" id="{5194D1EB-32B8-7354-1984-532DE5F7AB37}"/>
              </a:ext>
            </a:extLst>
          </p:cNvPr>
          <p:cNvSpPr/>
          <p:nvPr/>
        </p:nvSpPr>
        <p:spPr>
          <a:xfrm flipH="1">
            <a:off x="7376633" y="136668"/>
            <a:ext cx="132623" cy="132369"/>
          </a:xfrm>
          <a:prstGeom prst="rect">
            <a:avLst/>
          </a:prstGeom>
          <a:solidFill>
            <a:srgbClr val="F4B5CC">
              <a:alpha val="88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6" name="Google Shape;899;p28">
            <a:extLst>
              <a:ext uri="{FF2B5EF4-FFF2-40B4-BE49-F238E27FC236}">
                <a16:creationId xmlns:a16="http://schemas.microsoft.com/office/drawing/2014/main" id="{D8625D82-8D30-5242-BE02-68B89C813DDC}"/>
              </a:ext>
            </a:extLst>
          </p:cNvPr>
          <p:cNvSpPr/>
          <p:nvPr/>
        </p:nvSpPr>
        <p:spPr>
          <a:xfrm flipH="1">
            <a:off x="7568550" y="4710"/>
            <a:ext cx="132623" cy="132369"/>
          </a:xfrm>
          <a:prstGeom prst="rect">
            <a:avLst/>
          </a:prstGeom>
          <a:solidFill>
            <a:srgbClr val="F4B5CC">
              <a:alpha val="95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7" name="Google Shape;909;p28">
            <a:extLst>
              <a:ext uri="{FF2B5EF4-FFF2-40B4-BE49-F238E27FC236}">
                <a16:creationId xmlns:a16="http://schemas.microsoft.com/office/drawing/2014/main" id="{DFDE590D-88B8-B679-BB8A-2DC57E17A3ED}"/>
              </a:ext>
            </a:extLst>
          </p:cNvPr>
          <p:cNvSpPr/>
          <p:nvPr/>
        </p:nvSpPr>
        <p:spPr>
          <a:xfrm flipH="1">
            <a:off x="7568550" y="136668"/>
            <a:ext cx="132623" cy="132369"/>
          </a:xfrm>
          <a:prstGeom prst="rect">
            <a:avLst/>
          </a:prstGeom>
          <a:solidFill>
            <a:srgbClr val="F4B5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Google Shape;1018;p28">
                <a:extLst>
                  <a:ext uri="{FF2B5EF4-FFF2-40B4-BE49-F238E27FC236}">
                    <a16:creationId xmlns:a16="http://schemas.microsoft.com/office/drawing/2014/main" id="{6C99B2A7-8164-525B-A771-7DA5BB3B258D}"/>
                  </a:ext>
                </a:extLst>
              </p:cNvPr>
              <p:cNvSpPr txBox="1"/>
              <p:nvPr/>
            </p:nvSpPr>
            <p:spPr>
              <a:xfrm>
                <a:off x="6012551" y="42821"/>
                <a:ext cx="342797" cy="187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n-US" altLang="ko-KR" sz="1100" b="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 </m:t>
                          </m:r>
                          <m:r>
                            <a:rPr lang="en-US" altLang="ko-KR" sz="1100" b="1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𝒇</m:t>
                          </m:r>
                        </m:e>
                        <m:sub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1:</m:t>
                          </m:r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sz="1100" dirty="0"/>
              </a:p>
            </p:txBody>
          </p:sp>
        </mc:Choice>
        <mc:Fallback>
          <p:sp>
            <p:nvSpPr>
              <p:cNvPr id="98" name="Google Shape;1018;p28">
                <a:extLst>
                  <a:ext uri="{FF2B5EF4-FFF2-40B4-BE49-F238E27FC236}">
                    <a16:creationId xmlns:a16="http://schemas.microsoft.com/office/drawing/2014/main" id="{6C99B2A7-8164-525B-A771-7DA5BB3B2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551" y="42821"/>
                <a:ext cx="342797" cy="187694"/>
              </a:xfrm>
              <a:prstGeom prst="rect">
                <a:avLst/>
              </a:prstGeom>
              <a:blipFill>
                <a:blip r:embed="rId3"/>
                <a:stretch>
                  <a:fillRect t="-6250" r="-7143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1018;p28">
            <a:extLst>
              <a:ext uri="{FF2B5EF4-FFF2-40B4-BE49-F238E27FC236}">
                <a16:creationId xmlns:a16="http://schemas.microsoft.com/office/drawing/2014/main" id="{5CA98E60-AB1D-FBD3-250D-649573833BB9}"/>
              </a:ext>
            </a:extLst>
          </p:cNvPr>
          <p:cNvSpPr txBox="1"/>
          <p:nvPr/>
        </p:nvSpPr>
        <p:spPr>
          <a:xfrm>
            <a:off x="5665554" y="2035243"/>
            <a:ext cx="729626" cy="18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242042">
              <a:buClr>
                <a:srgbClr val="000000"/>
              </a:buClr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per-time weight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D6A82E68-4929-0842-8998-AB75BA7DEEC5}"/>
              </a:ext>
            </a:extLst>
          </p:cNvPr>
          <p:cNvCxnSpPr>
            <a:cxnSpLocks/>
          </p:cNvCxnSpPr>
          <p:nvPr/>
        </p:nvCxnSpPr>
        <p:spPr>
          <a:xfrm flipH="1">
            <a:off x="6581342" y="346210"/>
            <a:ext cx="236064" cy="184746"/>
          </a:xfrm>
          <a:prstGeom prst="straightConnector1">
            <a:avLst/>
          </a:prstGeom>
          <a:ln w="9525">
            <a:solidFill>
              <a:srgbClr val="59595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DB603AC-25CE-1B8B-9E91-B921E6BBE7B9}"/>
              </a:ext>
            </a:extLst>
          </p:cNvPr>
          <p:cNvSpPr txBox="1"/>
          <p:nvPr/>
        </p:nvSpPr>
        <p:spPr>
          <a:xfrm>
            <a:off x="6257480" y="341270"/>
            <a:ext cx="35426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kumimoji="1"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kumimoji="1"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7814AD4F-E2AD-A038-96D2-F8860B21DA07}"/>
              </a:ext>
            </a:extLst>
          </p:cNvPr>
          <p:cNvCxnSpPr/>
          <p:nvPr/>
        </p:nvCxnSpPr>
        <p:spPr>
          <a:xfrm>
            <a:off x="6329568" y="1197042"/>
            <a:ext cx="0" cy="171806"/>
          </a:xfrm>
          <a:prstGeom prst="straightConnector1">
            <a:avLst/>
          </a:prstGeom>
          <a:ln w="9525">
            <a:solidFill>
              <a:srgbClr val="59595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5A2CF74-54E9-16ED-2EED-321C8BAACA8B}"/>
              </a:ext>
            </a:extLst>
          </p:cNvPr>
          <p:cNvSpPr txBox="1"/>
          <p:nvPr/>
        </p:nvSpPr>
        <p:spPr>
          <a:xfrm>
            <a:off x="6395370" y="1200637"/>
            <a:ext cx="45082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endParaRPr kumimoji="1"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ED5E6A68-20D1-F41E-8B30-D941BDDF1679}"/>
              </a:ext>
            </a:extLst>
          </p:cNvPr>
          <p:cNvGrpSpPr/>
          <p:nvPr/>
        </p:nvGrpSpPr>
        <p:grpSpPr>
          <a:xfrm>
            <a:off x="5665554" y="584216"/>
            <a:ext cx="1328028" cy="563600"/>
            <a:chOff x="5665554" y="584216"/>
            <a:chExt cx="1328028" cy="563600"/>
          </a:xfrm>
        </p:grpSpPr>
        <p:sp>
          <p:nvSpPr>
            <p:cNvPr id="105" name="Google Shape;899;p28">
              <a:extLst>
                <a:ext uri="{FF2B5EF4-FFF2-40B4-BE49-F238E27FC236}">
                  <a16:creationId xmlns:a16="http://schemas.microsoft.com/office/drawing/2014/main" id="{8C034724-CBF9-1DCD-E4F6-E2A5A8B1CF0C}"/>
                </a:ext>
              </a:extLst>
            </p:cNvPr>
            <p:cNvSpPr/>
            <p:nvPr/>
          </p:nvSpPr>
          <p:spPr>
            <a:xfrm flipH="1">
              <a:off x="5665554" y="584216"/>
              <a:ext cx="176521" cy="176184"/>
            </a:xfrm>
            <a:prstGeom prst="rect">
              <a:avLst/>
            </a:prstGeom>
            <a:solidFill>
              <a:srgbClr val="B9BFF7">
                <a:alpha val="2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899;p28">
              <a:extLst>
                <a:ext uri="{FF2B5EF4-FFF2-40B4-BE49-F238E27FC236}">
                  <a16:creationId xmlns:a16="http://schemas.microsoft.com/office/drawing/2014/main" id="{B103A269-3632-988D-E8BE-9F8012921DD5}"/>
                </a:ext>
              </a:extLst>
            </p:cNvPr>
            <p:cNvSpPr/>
            <p:nvPr/>
          </p:nvSpPr>
          <p:spPr>
            <a:xfrm flipH="1">
              <a:off x="5857472" y="584216"/>
              <a:ext cx="176521" cy="176184"/>
            </a:xfrm>
            <a:prstGeom prst="rect">
              <a:avLst/>
            </a:prstGeom>
            <a:solidFill>
              <a:srgbClr val="B9BFF7">
                <a:alpha val="23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899;p28">
              <a:extLst>
                <a:ext uri="{FF2B5EF4-FFF2-40B4-BE49-F238E27FC236}">
                  <a16:creationId xmlns:a16="http://schemas.microsoft.com/office/drawing/2014/main" id="{1D3FBF9F-8977-0093-888F-F367F12FAA22}"/>
                </a:ext>
              </a:extLst>
            </p:cNvPr>
            <p:cNvSpPr/>
            <p:nvPr/>
          </p:nvSpPr>
          <p:spPr>
            <a:xfrm flipH="1">
              <a:off x="6049390" y="584216"/>
              <a:ext cx="176521" cy="176184"/>
            </a:xfrm>
            <a:prstGeom prst="rect">
              <a:avLst/>
            </a:prstGeom>
            <a:solidFill>
              <a:srgbClr val="B9BFF7">
                <a:alpha val="35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899;p28">
              <a:extLst>
                <a:ext uri="{FF2B5EF4-FFF2-40B4-BE49-F238E27FC236}">
                  <a16:creationId xmlns:a16="http://schemas.microsoft.com/office/drawing/2014/main" id="{A26F40EF-A7F4-5472-D2F3-5DD641254106}"/>
                </a:ext>
              </a:extLst>
            </p:cNvPr>
            <p:cNvSpPr/>
            <p:nvPr/>
          </p:nvSpPr>
          <p:spPr>
            <a:xfrm flipH="1">
              <a:off x="6241308" y="584216"/>
              <a:ext cx="176521" cy="176184"/>
            </a:xfrm>
            <a:prstGeom prst="rect">
              <a:avLst/>
            </a:prstGeom>
            <a:solidFill>
              <a:srgbClr val="B9BFF7">
                <a:alpha val="4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899;p28">
              <a:extLst>
                <a:ext uri="{FF2B5EF4-FFF2-40B4-BE49-F238E27FC236}">
                  <a16:creationId xmlns:a16="http://schemas.microsoft.com/office/drawing/2014/main" id="{FAE56AE0-64BD-4703-B096-386585A18A93}"/>
                </a:ext>
              </a:extLst>
            </p:cNvPr>
            <p:cNvSpPr/>
            <p:nvPr/>
          </p:nvSpPr>
          <p:spPr>
            <a:xfrm flipH="1">
              <a:off x="6433226" y="584216"/>
              <a:ext cx="176521" cy="176184"/>
            </a:xfrm>
            <a:prstGeom prst="rect">
              <a:avLst/>
            </a:prstGeom>
            <a:solidFill>
              <a:srgbClr val="B9BFF7">
                <a:alpha val="8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" name="Google Shape;899;p28">
              <a:extLst>
                <a:ext uri="{FF2B5EF4-FFF2-40B4-BE49-F238E27FC236}">
                  <a16:creationId xmlns:a16="http://schemas.microsoft.com/office/drawing/2014/main" id="{D5A42CC7-FB94-5382-FA9A-8BC7CEF0D692}"/>
                </a:ext>
              </a:extLst>
            </p:cNvPr>
            <p:cNvSpPr/>
            <p:nvPr/>
          </p:nvSpPr>
          <p:spPr>
            <a:xfrm flipH="1">
              <a:off x="6625144" y="584216"/>
              <a:ext cx="176521" cy="176184"/>
            </a:xfrm>
            <a:prstGeom prst="rect">
              <a:avLst/>
            </a:prstGeom>
            <a:solidFill>
              <a:srgbClr val="B9BFF7">
                <a:alpha val="88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" name="Google Shape;899;p28">
              <a:extLst>
                <a:ext uri="{FF2B5EF4-FFF2-40B4-BE49-F238E27FC236}">
                  <a16:creationId xmlns:a16="http://schemas.microsoft.com/office/drawing/2014/main" id="{221AE927-B9A7-D436-BF43-C9EB11E86157}"/>
                </a:ext>
              </a:extLst>
            </p:cNvPr>
            <p:cNvSpPr/>
            <p:nvPr/>
          </p:nvSpPr>
          <p:spPr>
            <a:xfrm flipH="1">
              <a:off x="6817061" y="584216"/>
              <a:ext cx="176521" cy="176184"/>
            </a:xfrm>
            <a:prstGeom prst="rect">
              <a:avLst/>
            </a:prstGeom>
            <a:solidFill>
              <a:srgbClr val="B9BFF7">
                <a:alpha val="7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909;p28">
              <a:extLst>
                <a:ext uri="{FF2B5EF4-FFF2-40B4-BE49-F238E27FC236}">
                  <a16:creationId xmlns:a16="http://schemas.microsoft.com/office/drawing/2014/main" id="{92C5D894-B912-710C-094D-FCA83B60122A}"/>
                </a:ext>
              </a:extLst>
            </p:cNvPr>
            <p:cNvSpPr/>
            <p:nvPr/>
          </p:nvSpPr>
          <p:spPr>
            <a:xfrm flipH="1">
              <a:off x="5665554" y="777005"/>
              <a:ext cx="176521" cy="176184"/>
            </a:xfrm>
            <a:prstGeom prst="rect">
              <a:avLst/>
            </a:prstGeom>
            <a:solidFill>
              <a:srgbClr val="B9BFF7">
                <a:alpha val="15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909;p28">
              <a:extLst>
                <a:ext uri="{FF2B5EF4-FFF2-40B4-BE49-F238E27FC236}">
                  <a16:creationId xmlns:a16="http://schemas.microsoft.com/office/drawing/2014/main" id="{5CA2198C-580D-1BA5-A51E-3A63528924F5}"/>
                </a:ext>
              </a:extLst>
            </p:cNvPr>
            <p:cNvSpPr/>
            <p:nvPr/>
          </p:nvSpPr>
          <p:spPr>
            <a:xfrm flipH="1">
              <a:off x="5857472" y="777005"/>
              <a:ext cx="176521" cy="176184"/>
            </a:xfrm>
            <a:prstGeom prst="rect">
              <a:avLst/>
            </a:prstGeom>
            <a:solidFill>
              <a:srgbClr val="B9BFF7">
                <a:alpha val="1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909;p28">
              <a:extLst>
                <a:ext uri="{FF2B5EF4-FFF2-40B4-BE49-F238E27FC236}">
                  <a16:creationId xmlns:a16="http://schemas.microsoft.com/office/drawing/2014/main" id="{AF9FE3EE-93D8-9AC4-4C83-A21098CBE8ED}"/>
                </a:ext>
              </a:extLst>
            </p:cNvPr>
            <p:cNvSpPr/>
            <p:nvPr/>
          </p:nvSpPr>
          <p:spPr>
            <a:xfrm flipH="1">
              <a:off x="6049390" y="777005"/>
              <a:ext cx="176521" cy="176184"/>
            </a:xfrm>
            <a:prstGeom prst="rect">
              <a:avLst/>
            </a:prstGeom>
            <a:solidFill>
              <a:srgbClr val="B9BFF7">
                <a:alpha val="6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909;p28">
              <a:extLst>
                <a:ext uri="{FF2B5EF4-FFF2-40B4-BE49-F238E27FC236}">
                  <a16:creationId xmlns:a16="http://schemas.microsoft.com/office/drawing/2014/main" id="{4E201A5E-FC14-B73A-31BC-1CA963CAF1D0}"/>
                </a:ext>
              </a:extLst>
            </p:cNvPr>
            <p:cNvSpPr/>
            <p:nvPr/>
          </p:nvSpPr>
          <p:spPr>
            <a:xfrm flipH="1">
              <a:off x="6241308" y="777005"/>
              <a:ext cx="176521" cy="176184"/>
            </a:xfrm>
            <a:prstGeom prst="rect">
              <a:avLst/>
            </a:prstGeom>
            <a:solidFill>
              <a:srgbClr val="B9BFF7">
                <a:alpha val="65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909;p28">
              <a:extLst>
                <a:ext uri="{FF2B5EF4-FFF2-40B4-BE49-F238E27FC236}">
                  <a16:creationId xmlns:a16="http://schemas.microsoft.com/office/drawing/2014/main" id="{21AB7217-B2B6-FEF1-2252-DAA28FFB4740}"/>
                </a:ext>
              </a:extLst>
            </p:cNvPr>
            <p:cNvSpPr/>
            <p:nvPr/>
          </p:nvSpPr>
          <p:spPr>
            <a:xfrm flipH="1">
              <a:off x="6433226" y="777005"/>
              <a:ext cx="176521" cy="176184"/>
            </a:xfrm>
            <a:prstGeom prst="rect">
              <a:avLst/>
            </a:prstGeom>
            <a:solidFill>
              <a:srgbClr val="B9BFF7">
                <a:alpha val="6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Google Shape;909;p28">
              <a:extLst>
                <a:ext uri="{FF2B5EF4-FFF2-40B4-BE49-F238E27FC236}">
                  <a16:creationId xmlns:a16="http://schemas.microsoft.com/office/drawing/2014/main" id="{C668A78E-5DE0-D2BE-A9B1-EAEA0DA76262}"/>
                </a:ext>
              </a:extLst>
            </p:cNvPr>
            <p:cNvSpPr/>
            <p:nvPr/>
          </p:nvSpPr>
          <p:spPr>
            <a:xfrm flipH="1">
              <a:off x="6625144" y="777005"/>
              <a:ext cx="176521" cy="176184"/>
            </a:xfrm>
            <a:prstGeom prst="rect">
              <a:avLst/>
            </a:prstGeom>
            <a:solidFill>
              <a:srgbClr val="B9BFF7">
                <a:alpha val="4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909;p28">
              <a:extLst>
                <a:ext uri="{FF2B5EF4-FFF2-40B4-BE49-F238E27FC236}">
                  <a16:creationId xmlns:a16="http://schemas.microsoft.com/office/drawing/2014/main" id="{C1268B06-2F26-01A0-1FB1-16E9F42713BE}"/>
                </a:ext>
              </a:extLst>
            </p:cNvPr>
            <p:cNvSpPr/>
            <p:nvPr/>
          </p:nvSpPr>
          <p:spPr>
            <a:xfrm flipH="1">
              <a:off x="6817061" y="777005"/>
              <a:ext cx="176521" cy="176184"/>
            </a:xfrm>
            <a:prstGeom prst="rect">
              <a:avLst/>
            </a:prstGeom>
            <a:solidFill>
              <a:srgbClr val="B9BFF7">
                <a:alpha val="2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909;p28">
              <a:extLst>
                <a:ext uri="{FF2B5EF4-FFF2-40B4-BE49-F238E27FC236}">
                  <a16:creationId xmlns:a16="http://schemas.microsoft.com/office/drawing/2014/main" id="{EF5A5727-7728-1AA7-8FFD-5875BCA1E101}"/>
                </a:ext>
              </a:extLst>
            </p:cNvPr>
            <p:cNvSpPr/>
            <p:nvPr/>
          </p:nvSpPr>
          <p:spPr>
            <a:xfrm flipH="1">
              <a:off x="5665554" y="971632"/>
              <a:ext cx="176521" cy="176184"/>
            </a:xfrm>
            <a:prstGeom prst="rect">
              <a:avLst/>
            </a:prstGeom>
            <a:solidFill>
              <a:srgbClr val="B9BFF7">
                <a:alpha val="3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909;p28">
              <a:extLst>
                <a:ext uri="{FF2B5EF4-FFF2-40B4-BE49-F238E27FC236}">
                  <a16:creationId xmlns:a16="http://schemas.microsoft.com/office/drawing/2014/main" id="{5FFE79C7-2E9E-8AF1-1B88-50AEDDD450E9}"/>
                </a:ext>
              </a:extLst>
            </p:cNvPr>
            <p:cNvSpPr/>
            <p:nvPr/>
          </p:nvSpPr>
          <p:spPr>
            <a:xfrm flipH="1">
              <a:off x="5857472" y="971632"/>
              <a:ext cx="176521" cy="176184"/>
            </a:xfrm>
            <a:prstGeom prst="rect">
              <a:avLst/>
            </a:prstGeom>
            <a:solidFill>
              <a:srgbClr val="B9BFF7">
                <a:alpha val="32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909;p28">
              <a:extLst>
                <a:ext uri="{FF2B5EF4-FFF2-40B4-BE49-F238E27FC236}">
                  <a16:creationId xmlns:a16="http://schemas.microsoft.com/office/drawing/2014/main" id="{A9604336-6608-A75E-D8B2-999FD4E29F9A}"/>
                </a:ext>
              </a:extLst>
            </p:cNvPr>
            <p:cNvSpPr/>
            <p:nvPr/>
          </p:nvSpPr>
          <p:spPr>
            <a:xfrm flipH="1">
              <a:off x="6049390" y="971632"/>
              <a:ext cx="176521" cy="176184"/>
            </a:xfrm>
            <a:prstGeom prst="rect">
              <a:avLst/>
            </a:prstGeom>
            <a:solidFill>
              <a:srgbClr val="B9BFF7">
                <a:alpha val="39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909;p28">
              <a:extLst>
                <a:ext uri="{FF2B5EF4-FFF2-40B4-BE49-F238E27FC236}">
                  <a16:creationId xmlns:a16="http://schemas.microsoft.com/office/drawing/2014/main" id="{2CBED409-551F-EFBE-6B81-AF92A0C4012F}"/>
                </a:ext>
              </a:extLst>
            </p:cNvPr>
            <p:cNvSpPr/>
            <p:nvPr/>
          </p:nvSpPr>
          <p:spPr>
            <a:xfrm flipH="1">
              <a:off x="6241308" y="971632"/>
              <a:ext cx="176521" cy="176184"/>
            </a:xfrm>
            <a:prstGeom prst="rect">
              <a:avLst/>
            </a:prstGeom>
            <a:solidFill>
              <a:srgbClr val="B9BFF7">
                <a:alpha val="5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909;p28">
              <a:extLst>
                <a:ext uri="{FF2B5EF4-FFF2-40B4-BE49-F238E27FC236}">
                  <a16:creationId xmlns:a16="http://schemas.microsoft.com/office/drawing/2014/main" id="{6AC36651-FBE6-AB65-77C4-2CBFF719891E}"/>
                </a:ext>
              </a:extLst>
            </p:cNvPr>
            <p:cNvSpPr/>
            <p:nvPr/>
          </p:nvSpPr>
          <p:spPr>
            <a:xfrm flipH="1">
              <a:off x="6433226" y="971632"/>
              <a:ext cx="176521" cy="176184"/>
            </a:xfrm>
            <a:prstGeom prst="rect">
              <a:avLst/>
            </a:prstGeom>
            <a:solidFill>
              <a:srgbClr val="B9BFF7">
                <a:alpha val="4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909;p28">
              <a:extLst>
                <a:ext uri="{FF2B5EF4-FFF2-40B4-BE49-F238E27FC236}">
                  <a16:creationId xmlns:a16="http://schemas.microsoft.com/office/drawing/2014/main" id="{9EA6A7A1-7A9C-3C13-E75F-16952783DA2B}"/>
                </a:ext>
              </a:extLst>
            </p:cNvPr>
            <p:cNvSpPr/>
            <p:nvPr/>
          </p:nvSpPr>
          <p:spPr>
            <a:xfrm flipH="1">
              <a:off x="6625144" y="971632"/>
              <a:ext cx="176521" cy="176184"/>
            </a:xfrm>
            <a:prstGeom prst="rect">
              <a:avLst/>
            </a:prstGeom>
            <a:solidFill>
              <a:srgbClr val="B9BFF7">
                <a:alpha val="25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909;p28">
              <a:extLst>
                <a:ext uri="{FF2B5EF4-FFF2-40B4-BE49-F238E27FC236}">
                  <a16:creationId xmlns:a16="http://schemas.microsoft.com/office/drawing/2014/main" id="{2D511D7D-59B9-30FD-2CA6-2C074A779554}"/>
                </a:ext>
              </a:extLst>
            </p:cNvPr>
            <p:cNvSpPr/>
            <p:nvPr/>
          </p:nvSpPr>
          <p:spPr>
            <a:xfrm flipH="1">
              <a:off x="6817061" y="971632"/>
              <a:ext cx="176521" cy="176184"/>
            </a:xfrm>
            <a:prstGeom prst="rect">
              <a:avLst/>
            </a:prstGeom>
            <a:solidFill>
              <a:srgbClr val="B9BFF7">
                <a:alpha val="2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자유형 125">
              <a:extLst>
                <a:ext uri="{FF2B5EF4-FFF2-40B4-BE49-F238E27FC236}">
                  <a16:creationId xmlns:a16="http://schemas.microsoft.com/office/drawing/2014/main" id="{94115347-237F-AC85-5761-2CF0DF36F1C2}"/>
                </a:ext>
              </a:extLst>
            </p:cNvPr>
            <p:cNvSpPr/>
            <p:nvPr/>
          </p:nvSpPr>
          <p:spPr>
            <a:xfrm>
              <a:off x="5665554" y="631639"/>
              <a:ext cx="1328028" cy="86554"/>
            </a:xfrm>
            <a:custGeom>
              <a:avLst/>
              <a:gdLst>
                <a:gd name="connsiteX0" fmla="*/ 0 w 1277956"/>
                <a:gd name="connsiteY0" fmla="*/ 55769 h 55769"/>
                <a:gd name="connsiteX1" fmla="*/ 675701 w 1277956"/>
                <a:gd name="connsiteY1" fmla="*/ 41080 h 55769"/>
                <a:gd name="connsiteX2" fmla="*/ 1064964 w 1277956"/>
                <a:gd name="connsiteY2" fmla="*/ 685 h 55769"/>
                <a:gd name="connsiteX3" fmla="*/ 1277956 w 1277956"/>
                <a:gd name="connsiteY3" fmla="*/ 15374 h 55769"/>
                <a:gd name="connsiteX0" fmla="*/ 0 w 1277956"/>
                <a:gd name="connsiteY0" fmla="*/ 55769 h 55769"/>
                <a:gd name="connsiteX1" fmla="*/ 471916 w 1277956"/>
                <a:gd name="connsiteY1" fmla="*/ 4119 h 55769"/>
                <a:gd name="connsiteX2" fmla="*/ 1064964 w 1277956"/>
                <a:gd name="connsiteY2" fmla="*/ 685 h 55769"/>
                <a:gd name="connsiteX3" fmla="*/ 1277956 w 1277956"/>
                <a:gd name="connsiteY3" fmla="*/ 15374 h 55769"/>
                <a:gd name="connsiteX0" fmla="*/ 0 w 1277956"/>
                <a:gd name="connsiteY0" fmla="*/ 55769 h 55769"/>
                <a:gd name="connsiteX1" fmla="*/ 651106 w 1277956"/>
                <a:gd name="connsiteY1" fmla="*/ 37720 h 55769"/>
                <a:gd name="connsiteX2" fmla="*/ 1064964 w 1277956"/>
                <a:gd name="connsiteY2" fmla="*/ 685 h 55769"/>
                <a:gd name="connsiteX3" fmla="*/ 1277956 w 1277956"/>
                <a:gd name="connsiteY3" fmla="*/ 15374 h 55769"/>
                <a:gd name="connsiteX0" fmla="*/ 0 w 1277956"/>
                <a:gd name="connsiteY0" fmla="*/ 55769 h 55769"/>
                <a:gd name="connsiteX1" fmla="*/ 457863 w 1277956"/>
                <a:gd name="connsiteY1" fmla="*/ 27639 h 55769"/>
                <a:gd name="connsiteX2" fmla="*/ 1064964 w 1277956"/>
                <a:gd name="connsiteY2" fmla="*/ 685 h 55769"/>
                <a:gd name="connsiteX3" fmla="*/ 1277956 w 1277956"/>
                <a:gd name="connsiteY3" fmla="*/ 15374 h 55769"/>
                <a:gd name="connsiteX0" fmla="*/ 0 w 1277956"/>
                <a:gd name="connsiteY0" fmla="*/ 55769 h 55769"/>
                <a:gd name="connsiteX1" fmla="*/ 457863 w 1277956"/>
                <a:gd name="connsiteY1" fmla="*/ 27639 h 55769"/>
                <a:gd name="connsiteX2" fmla="*/ 1064964 w 1277956"/>
                <a:gd name="connsiteY2" fmla="*/ 685 h 55769"/>
                <a:gd name="connsiteX3" fmla="*/ 1277956 w 1277956"/>
                <a:gd name="connsiteY3" fmla="*/ 15374 h 55769"/>
                <a:gd name="connsiteX0" fmla="*/ 0 w 1277956"/>
                <a:gd name="connsiteY0" fmla="*/ 55769 h 55769"/>
                <a:gd name="connsiteX1" fmla="*/ 447322 w 1277956"/>
                <a:gd name="connsiteY1" fmla="*/ 41079 h 55769"/>
                <a:gd name="connsiteX2" fmla="*/ 1064964 w 1277956"/>
                <a:gd name="connsiteY2" fmla="*/ 685 h 55769"/>
                <a:gd name="connsiteX3" fmla="*/ 1277956 w 1277956"/>
                <a:gd name="connsiteY3" fmla="*/ 15374 h 55769"/>
                <a:gd name="connsiteX0" fmla="*/ 0 w 1277956"/>
                <a:gd name="connsiteY0" fmla="*/ 69209 h 69209"/>
                <a:gd name="connsiteX1" fmla="*/ 447322 w 1277956"/>
                <a:gd name="connsiteY1" fmla="*/ 41079 h 69209"/>
                <a:gd name="connsiteX2" fmla="*/ 1064964 w 1277956"/>
                <a:gd name="connsiteY2" fmla="*/ 685 h 69209"/>
                <a:gd name="connsiteX3" fmla="*/ 1277956 w 1277956"/>
                <a:gd name="connsiteY3" fmla="*/ 15374 h 69209"/>
                <a:gd name="connsiteX0" fmla="*/ 0 w 1277956"/>
                <a:gd name="connsiteY0" fmla="*/ 69209 h 69209"/>
                <a:gd name="connsiteX1" fmla="*/ 447322 w 1277956"/>
                <a:gd name="connsiteY1" fmla="*/ 41079 h 69209"/>
                <a:gd name="connsiteX2" fmla="*/ 1064964 w 1277956"/>
                <a:gd name="connsiteY2" fmla="*/ 685 h 69209"/>
                <a:gd name="connsiteX3" fmla="*/ 1277956 w 1277956"/>
                <a:gd name="connsiteY3" fmla="*/ 15374 h 69209"/>
                <a:gd name="connsiteX0" fmla="*/ 0 w 1277956"/>
                <a:gd name="connsiteY0" fmla="*/ 82375 h 82375"/>
                <a:gd name="connsiteX1" fmla="*/ 447322 w 1277956"/>
                <a:gd name="connsiteY1" fmla="*/ 54245 h 82375"/>
                <a:gd name="connsiteX2" fmla="*/ 1029829 w 1277956"/>
                <a:gd name="connsiteY2" fmla="*/ 410 h 82375"/>
                <a:gd name="connsiteX3" fmla="*/ 1277956 w 1277956"/>
                <a:gd name="connsiteY3" fmla="*/ 28540 h 8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7956" h="82375">
                  <a:moveTo>
                    <a:pt x="0" y="82375"/>
                  </a:moveTo>
                  <a:cubicBezTo>
                    <a:pt x="249103" y="79621"/>
                    <a:pt x="275684" y="67906"/>
                    <a:pt x="447322" y="54245"/>
                  </a:cubicBezTo>
                  <a:cubicBezTo>
                    <a:pt x="618960" y="40584"/>
                    <a:pt x="852056" y="3795"/>
                    <a:pt x="1029829" y="410"/>
                  </a:cubicBezTo>
                  <a:cubicBezTo>
                    <a:pt x="1130205" y="-3874"/>
                    <a:pt x="1223484" y="26704"/>
                    <a:pt x="1277956" y="28540"/>
                  </a:cubicBezTo>
                </a:path>
              </a:pathLst>
            </a:custGeom>
            <a:solidFill>
              <a:srgbClr val="B9BFF7">
                <a:alpha val="0"/>
              </a:srgbClr>
            </a:solidFill>
            <a:ln w="9525">
              <a:solidFill>
                <a:srgbClr val="59595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" name="자유형 126">
              <a:extLst>
                <a:ext uri="{FF2B5EF4-FFF2-40B4-BE49-F238E27FC236}">
                  <a16:creationId xmlns:a16="http://schemas.microsoft.com/office/drawing/2014/main" id="{F6B4786B-E9A8-8A04-3207-1DE94C60F964}"/>
                </a:ext>
              </a:extLst>
            </p:cNvPr>
            <p:cNvSpPr/>
            <p:nvPr/>
          </p:nvSpPr>
          <p:spPr>
            <a:xfrm>
              <a:off x="5665554" y="851185"/>
              <a:ext cx="1328028" cy="58485"/>
            </a:xfrm>
            <a:custGeom>
              <a:avLst/>
              <a:gdLst>
                <a:gd name="connsiteX0" fmla="*/ 0 w 1289050"/>
                <a:gd name="connsiteY0" fmla="*/ 89021 h 89567"/>
                <a:gd name="connsiteX1" fmla="*/ 244475 w 1289050"/>
                <a:gd name="connsiteY1" fmla="*/ 76321 h 89567"/>
                <a:gd name="connsiteX2" fmla="*/ 415925 w 1289050"/>
                <a:gd name="connsiteY2" fmla="*/ 121 h 89567"/>
                <a:gd name="connsiteX3" fmla="*/ 1031875 w 1289050"/>
                <a:gd name="connsiteY3" fmla="*/ 57271 h 89567"/>
                <a:gd name="connsiteX4" fmla="*/ 1289050 w 1289050"/>
                <a:gd name="connsiteY4" fmla="*/ 82671 h 89567"/>
                <a:gd name="connsiteX0" fmla="*/ 0 w 1289050"/>
                <a:gd name="connsiteY0" fmla="*/ 85853 h 86326"/>
                <a:gd name="connsiteX1" fmla="*/ 244475 w 1289050"/>
                <a:gd name="connsiteY1" fmla="*/ 73153 h 86326"/>
                <a:gd name="connsiteX2" fmla="*/ 457359 w 1289050"/>
                <a:gd name="connsiteY2" fmla="*/ 128 h 86326"/>
                <a:gd name="connsiteX3" fmla="*/ 1031875 w 1289050"/>
                <a:gd name="connsiteY3" fmla="*/ 54103 h 86326"/>
                <a:gd name="connsiteX4" fmla="*/ 1289050 w 1289050"/>
                <a:gd name="connsiteY4" fmla="*/ 79503 h 86326"/>
                <a:gd name="connsiteX0" fmla="*/ 0 w 1289050"/>
                <a:gd name="connsiteY0" fmla="*/ 85945 h 88526"/>
                <a:gd name="connsiteX1" fmla="*/ 260411 w 1289050"/>
                <a:gd name="connsiteY1" fmla="*/ 79595 h 88526"/>
                <a:gd name="connsiteX2" fmla="*/ 457359 w 1289050"/>
                <a:gd name="connsiteY2" fmla="*/ 220 h 88526"/>
                <a:gd name="connsiteX3" fmla="*/ 1031875 w 1289050"/>
                <a:gd name="connsiteY3" fmla="*/ 54195 h 88526"/>
                <a:gd name="connsiteX4" fmla="*/ 1289050 w 1289050"/>
                <a:gd name="connsiteY4" fmla="*/ 79595 h 88526"/>
                <a:gd name="connsiteX0" fmla="*/ 0 w 1289050"/>
                <a:gd name="connsiteY0" fmla="*/ 53951 h 54780"/>
                <a:gd name="connsiteX1" fmla="*/ 260411 w 1289050"/>
                <a:gd name="connsiteY1" fmla="*/ 47601 h 54780"/>
                <a:gd name="connsiteX2" fmla="*/ 453815 w 1289050"/>
                <a:gd name="connsiteY2" fmla="*/ 0 h 54780"/>
                <a:gd name="connsiteX3" fmla="*/ 1031875 w 1289050"/>
                <a:gd name="connsiteY3" fmla="*/ 22201 h 54780"/>
                <a:gd name="connsiteX4" fmla="*/ 1289050 w 1289050"/>
                <a:gd name="connsiteY4" fmla="*/ 47601 h 54780"/>
                <a:gd name="connsiteX0" fmla="*/ 0 w 1289050"/>
                <a:gd name="connsiteY0" fmla="*/ 59006 h 59835"/>
                <a:gd name="connsiteX1" fmla="*/ 260411 w 1289050"/>
                <a:gd name="connsiteY1" fmla="*/ 52656 h 59835"/>
                <a:gd name="connsiteX2" fmla="*/ 453815 w 1289050"/>
                <a:gd name="connsiteY2" fmla="*/ 5055 h 59835"/>
                <a:gd name="connsiteX3" fmla="*/ 1031875 w 1289050"/>
                <a:gd name="connsiteY3" fmla="*/ 27256 h 59835"/>
                <a:gd name="connsiteX4" fmla="*/ 1289050 w 1289050"/>
                <a:gd name="connsiteY4" fmla="*/ 52656 h 59835"/>
                <a:gd name="connsiteX0" fmla="*/ 0 w 1289050"/>
                <a:gd name="connsiteY0" fmla="*/ 57656 h 58485"/>
                <a:gd name="connsiteX1" fmla="*/ 260411 w 1289050"/>
                <a:gd name="connsiteY1" fmla="*/ 51306 h 58485"/>
                <a:gd name="connsiteX2" fmla="*/ 453815 w 1289050"/>
                <a:gd name="connsiteY2" fmla="*/ 3705 h 58485"/>
                <a:gd name="connsiteX3" fmla="*/ 1031875 w 1289050"/>
                <a:gd name="connsiteY3" fmla="*/ 25906 h 58485"/>
                <a:gd name="connsiteX4" fmla="*/ 1289050 w 1289050"/>
                <a:gd name="connsiteY4" fmla="*/ 51306 h 58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9050" h="58485">
                  <a:moveTo>
                    <a:pt x="0" y="57656"/>
                  </a:moveTo>
                  <a:cubicBezTo>
                    <a:pt x="87577" y="58714"/>
                    <a:pt x="184775" y="60298"/>
                    <a:pt x="260411" y="51306"/>
                  </a:cubicBezTo>
                  <a:cubicBezTo>
                    <a:pt x="336047" y="42314"/>
                    <a:pt x="349730" y="17489"/>
                    <a:pt x="453815" y="3705"/>
                  </a:cubicBezTo>
                  <a:cubicBezTo>
                    <a:pt x="557900" y="-10079"/>
                    <a:pt x="839188" y="18506"/>
                    <a:pt x="1031875" y="25906"/>
                  </a:cubicBezTo>
                  <a:lnTo>
                    <a:pt x="1289050" y="51306"/>
                  </a:lnTo>
                </a:path>
              </a:pathLst>
            </a:custGeom>
            <a:solidFill>
              <a:srgbClr val="B9BFF7">
                <a:alpha val="0"/>
              </a:srgbClr>
            </a:solidFill>
            <a:ln w="9525">
              <a:solidFill>
                <a:srgbClr val="59595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8" name="자유형 127">
              <a:extLst>
                <a:ext uri="{FF2B5EF4-FFF2-40B4-BE49-F238E27FC236}">
                  <a16:creationId xmlns:a16="http://schemas.microsoft.com/office/drawing/2014/main" id="{E1468EFB-92A2-6280-BCE1-D43295AEE191}"/>
                </a:ext>
              </a:extLst>
            </p:cNvPr>
            <p:cNvSpPr/>
            <p:nvPr/>
          </p:nvSpPr>
          <p:spPr>
            <a:xfrm>
              <a:off x="5665554" y="1051716"/>
              <a:ext cx="1328028" cy="47705"/>
            </a:xfrm>
            <a:custGeom>
              <a:avLst/>
              <a:gdLst>
                <a:gd name="connsiteX0" fmla="*/ 0 w 1289050"/>
                <a:gd name="connsiteY0" fmla="*/ 28655 h 47705"/>
                <a:gd name="connsiteX1" fmla="*/ 327025 w 1289050"/>
                <a:gd name="connsiteY1" fmla="*/ 25480 h 47705"/>
                <a:gd name="connsiteX2" fmla="*/ 685800 w 1289050"/>
                <a:gd name="connsiteY2" fmla="*/ 80 h 47705"/>
                <a:gd name="connsiteX3" fmla="*/ 1022350 w 1289050"/>
                <a:gd name="connsiteY3" fmla="*/ 35005 h 47705"/>
                <a:gd name="connsiteX4" fmla="*/ 1289050 w 1289050"/>
                <a:gd name="connsiteY4" fmla="*/ 47705 h 4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9050" h="47705">
                  <a:moveTo>
                    <a:pt x="0" y="28655"/>
                  </a:moveTo>
                  <a:lnTo>
                    <a:pt x="327025" y="25480"/>
                  </a:lnTo>
                  <a:cubicBezTo>
                    <a:pt x="441325" y="20717"/>
                    <a:pt x="569913" y="-1507"/>
                    <a:pt x="685800" y="80"/>
                  </a:cubicBezTo>
                  <a:cubicBezTo>
                    <a:pt x="801687" y="1667"/>
                    <a:pt x="921808" y="27067"/>
                    <a:pt x="1022350" y="35005"/>
                  </a:cubicBezTo>
                  <a:cubicBezTo>
                    <a:pt x="1122892" y="42943"/>
                    <a:pt x="1205971" y="45324"/>
                    <a:pt x="1289050" y="47705"/>
                  </a:cubicBezTo>
                </a:path>
              </a:pathLst>
            </a:custGeom>
            <a:solidFill>
              <a:srgbClr val="B9BFF7">
                <a:alpha val="0"/>
              </a:srgbClr>
            </a:solidFill>
            <a:ln w="9525">
              <a:solidFill>
                <a:srgbClr val="59595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29" name="Google Shape;909;p28">
            <a:extLst>
              <a:ext uri="{FF2B5EF4-FFF2-40B4-BE49-F238E27FC236}">
                <a16:creationId xmlns:a16="http://schemas.microsoft.com/office/drawing/2014/main" id="{B5AEF34F-C182-E94A-689E-0DA287DB125A}"/>
              </a:ext>
            </a:extLst>
          </p:cNvPr>
          <p:cNvSpPr/>
          <p:nvPr/>
        </p:nvSpPr>
        <p:spPr>
          <a:xfrm flipH="1">
            <a:off x="5665554" y="1410390"/>
            <a:ext cx="176521" cy="176184"/>
          </a:xfrm>
          <a:prstGeom prst="rect">
            <a:avLst/>
          </a:prstGeom>
          <a:solidFill>
            <a:srgbClr val="B9BFF7">
              <a:alpha val="30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0" name="Google Shape;909;p28">
            <a:extLst>
              <a:ext uri="{FF2B5EF4-FFF2-40B4-BE49-F238E27FC236}">
                <a16:creationId xmlns:a16="http://schemas.microsoft.com/office/drawing/2014/main" id="{F599E2E2-CC21-839A-B019-9C0A16C3AB90}"/>
              </a:ext>
            </a:extLst>
          </p:cNvPr>
          <p:cNvSpPr/>
          <p:nvPr/>
        </p:nvSpPr>
        <p:spPr>
          <a:xfrm flipH="1">
            <a:off x="5857472" y="1410390"/>
            <a:ext cx="176521" cy="176184"/>
          </a:xfrm>
          <a:prstGeom prst="rect">
            <a:avLst/>
          </a:prstGeom>
          <a:solidFill>
            <a:srgbClr val="B9BFF7">
              <a:alpha val="32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909;p28">
            <a:extLst>
              <a:ext uri="{FF2B5EF4-FFF2-40B4-BE49-F238E27FC236}">
                <a16:creationId xmlns:a16="http://schemas.microsoft.com/office/drawing/2014/main" id="{2490FCE5-FC04-3B66-A9AF-6DFFF9581E95}"/>
              </a:ext>
            </a:extLst>
          </p:cNvPr>
          <p:cNvSpPr/>
          <p:nvPr/>
        </p:nvSpPr>
        <p:spPr>
          <a:xfrm flipH="1">
            <a:off x="6049390" y="1410390"/>
            <a:ext cx="176521" cy="176184"/>
          </a:xfrm>
          <a:prstGeom prst="rect">
            <a:avLst/>
          </a:prstGeom>
          <a:solidFill>
            <a:srgbClr val="B9BFF7">
              <a:alpha val="60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2" name="Google Shape;909;p28">
            <a:extLst>
              <a:ext uri="{FF2B5EF4-FFF2-40B4-BE49-F238E27FC236}">
                <a16:creationId xmlns:a16="http://schemas.microsoft.com/office/drawing/2014/main" id="{EA93D4EB-EA67-26DF-EAF1-3351B5395CE8}"/>
              </a:ext>
            </a:extLst>
          </p:cNvPr>
          <p:cNvSpPr/>
          <p:nvPr/>
        </p:nvSpPr>
        <p:spPr>
          <a:xfrm flipH="1">
            <a:off x="6241308" y="1410390"/>
            <a:ext cx="176521" cy="176184"/>
          </a:xfrm>
          <a:prstGeom prst="rect">
            <a:avLst/>
          </a:prstGeom>
          <a:solidFill>
            <a:srgbClr val="B9BFF7">
              <a:alpha val="65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" name="Google Shape;909;p28">
            <a:extLst>
              <a:ext uri="{FF2B5EF4-FFF2-40B4-BE49-F238E27FC236}">
                <a16:creationId xmlns:a16="http://schemas.microsoft.com/office/drawing/2014/main" id="{DB7AB1E4-39B2-8997-4853-187D03DE762D}"/>
              </a:ext>
            </a:extLst>
          </p:cNvPr>
          <p:cNvSpPr/>
          <p:nvPr/>
        </p:nvSpPr>
        <p:spPr>
          <a:xfrm flipH="1">
            <a:off x="6433226" y="1410390"/>
            <a:ext cx="176521" cy="176184"/>
          </a:xfrm>
          <a:prstGeom prst="rect">
            <a:avLst/>
          </a:prstGeom>
          <a:solidFill>
            <a:srgbClr val="B9BFF7">
              <a:alpha val="80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" name="Google Shape;909;p28">
            <a:extLst>
              <a:ext uri="{FF2B5EF4-FFF2-40B4-BE49-F238E27FC236}">
                <a16:creationId xmlns:a16="http://schemas.microsoft.com/office/drawing/2014/main" id="{26B42D96-07DD-35AE-D209-8D920F9E4C92}"/>
              </a:ext>
            </a:extLst>
          </p:cNvPr>
          <p:cNvSpPr/>
          <p:nvPr/>
        </p:nvSpPr>
        <p:spPr>
          <a:xfrm flipH="1">
            <a:off x="6625144" y="1410390"/>
            <a:ext cx="176521" cy="176184"/>
          </a:xfrm>
          <a:prstGeom prst="rect">
            <a:avLst/>
          </a:prstGeom>
          <a:solidFill>
            <a:srgbClr val="B9BFF7">
              <a:alpha val="88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909;p28">
            <a:extLst>
              <a:ext uri="{FF2B5EF4-FFF2-40B4-BE49-F238E27FC236}">
                <a16:creationId xmlns:a16="http://schemas.microsoft.com/office/drawing/2014/main" id="{920F6293-7E13-4BB7-6D69-7793A39D39FB}"/>
              </a:ext>
            </a:extLst>
          </p:cNvPr>
          <p:cNvSpPr/>
          <p:nvPr/>
        </p:nvSpPr>
        <p:spPr>
          <a:xfrm flipH="1">
            <a:off x="6817061" y="1410390"/>
            <a:ext cx="176521" cy="176184"/>
          </a:xfrm>
          <a:prstGeom prst="rect">
            <a:avLst/>
          </a:prstGeom>
          <a:solidFill>
            <a:srgbClr val="B9BFF7">
              <a:alpha val="70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205" tIns="24205" rIns="24205" bIns="24205" anchor="ctr" anchorCtr="0">
            <a:noAutofit/>
          </a:bodyPr>
          <a:lstStyle/>
          <a:p>
            <a:pPr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D4CD3B8B-9D9E-7D07-F6C1-C7B09B4068FA}"/>
              </a:ext>
            </a:extLst>
          </p:cNvPr>
          <p:cNvCxnSpPr/>
          <p:nvPr/>
        </p:nvCxnSpPr>
        <p:spPr>
          <a:xfrm>
            <a:off x="6329568" y="1636259"/>
            <a:ext cx="0" cy="171806"/>
          </a:xfrm>
          <a:prstGeom prst="straightConnector1">
            <a:avLst/>
          </a:prstGeom>
          <a:ln w="9525">
            <a:solidFill>
              <a:srgbClr val="59595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9891C3E3-53C6-22B7-A70A-54DE9B348AAC}"/>
              </a:ext>
            </a:extLst>
          </p:cNvPr>
          <p:cNvSpPr txBox="1"/>
          <p:nvPr/>
        </p:nvSpPr>
        <p:spPr>
          <a:xfrm>
            <a:off x="6395370" y="1639854"/>
            <a:ext cx="447238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kumimoji="1"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kumimoji="1"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Google Shape;909;p28">
            <a:extLst>
              <a:ext uri="{FF2B5EF4-FFF2-40B4-BE49-F238E27FC236}">
                <a16:creationId xmlns:a16="http://schemas.microsoft.com/office/drawing/2014/main" id="{C5709ADA-9E0B-7272-376E-38CB163E22B8}"/>
              </a:ext>
            </a:extLst>
          </p:cNvPr>
          <p:cNvSpPr/>
          <p:nvPr/>
        </p:nvSpPr>
        <p:spPr>
          <a:xfrm flipH="1">
            <a:off x="5665554" y="1859059"/>
            <a:ext cx="176521" cy="176184"/>
          </a:xfrm>
          <a:prstGeom prst="rect">
            <a:avLst/>
          </a:prstGeom>
          <a:solidFill>
            <a:srgbClr val="B9BFF7">
              <a:alpha val="1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0</a:t>
            </a:r>
            <a:r>
              <a:rPr lang="en-US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9" name="Google Shape;909;p28">
            <a:extLst>
              <a:ext uri="{FF2B5EF4-FFF2-40B4-BE49-F238E27FC236}">
                <a16:creationId xmlns:a16="http://schemas.microsoft.com/office/drawing/2014/main" id="{FEB92020-4BA3-EF51-BE25-5EEC9AF0E227}"/>
              </a:ext>
            </a:extLst>
          </p:cNvPr>
          <p:cNvSpPr/>
          <p:nvPr/>
        </p:nvSpPr>
        <p:spPr>
          <a:xfrm flipH="1">
            <a:off x="5857472" y="1859059"/>
            <a:ext cx="176521" cy="176184"/>
          </a:xfrm>
          <a:prstGeom prst="rect">
            <a:avLst/>
          </a:prstGeom>
          <a:solidFill>
            <a:srgbClr val="B9BFF7">
              <a:alpha val="1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0</a:t>
            </a:r>
            <a:r>
              <a:rPr lang="en-US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0" name="Google Shape;909;p28">
            <a:extLst>
              <a:ext uri="{FF2B5EF4-FFF2-40B4-BE49-F238E27FC236}">
                <a16:creationId xmlns:a16="http://schemas.microsoft.com/office/drawing/2014/main" id="{69818EBC-FB3B-BAD8-8365-5720B5923806}"/>
              </a:ext>
            </a:extLst>
          </p:cNvPr>
          <p:cNvSpPr/>
          <p:nvPr/>
        </p:nvSpPr>
        <p:spPr>
          <a:xfrm flipH="1">
            <a:off x="6049390" y="1859059"/>
            <a:ext cx="176521" cy="176184"/>
          </a:xfrm>
          <a:prstGeom prst="rect">
            <a:avLst/>
          </a:prstGeom>
          <a:solidFill>
            <a:srgbClr val="B9BFF7">
              <a:alpha val="3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3</a:t>
            </a:r>
            <a:r>
              <a:rPr lang="en-US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909;p28">
            <a:extLst>
              <a:ext uri="{FF2B5EF4-FFF2-40B4-BE49-F238E27FC236}">
                <a16:creationId xmlns:a16="http://schemas.microsoft.com/office/drawing/2014/main" id="{E8ADBA3F-5DD4-2520-58AE-36C693CCABB3}"/>
              </a:ext>
            </a:extLst>
          </p:cNvPr>
          <p:cNvSpPr/>
          <p:nvPr/>
        </p:nvSpPr>
        <p:spPr>
          <a:xfrm flipH="1">
            <a:off x="6241308" y="1859059"/>
            <a:ext cx="176521" cy="176184"/>
          </a:xfrm>
          <a:prstGeom prst="rect">
            <a:avLst/>
          </a:prstGeom>
          <a:solidFill>
            <a:srgbClr val="B9BFF7">
              <a:alpha val="6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6</a:t>
            </a:r>
            <a:r>
              <a:rPr lang="en-US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2" name="Google Shape;909;p28">
            <a:extLst>
              <a:ext uri="{FF2B5EF4-FFF2-40B4-BE49-F238E27FC236}">
                <a16:creationId xmlns:a16="http://schemas.microsoft.com/office/drawing/2014/main" id="{B102D1E5-F5A6-2CEF-9773-E432DD48AD76}"/>
              </a:ext>
            </a:extLst>
          </p:cNvPr>
          <p:cNvSpPr/>
          <p:nvPr/>
        </p:nvSpPr>
        <p:spPr>
          <a:xfrm flipH="1">
            <a:off x="6433226" y="1859059"/>
            <a:ext cx="176521" cy="176184"/>
          </a:xfrm>
          <a:prstGeom prst="rect">
            <a:avLst/>
          </a:prstGeom>
          <a:solidFill>
            <a:srgbClr val="B9BFF7">
              <a:alpha val="25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altLang="ko-KR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25</a:t>
            </a:r>
            <a:r>
              <a:rPr lang="en-US" altLang="ko-KR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lang="en-US" altLang="ko-KR"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909;p28">
            <a:extLst>
              <a:ext uri="{FF2B5EF4-FFF2-40B4-BE49-F238E27FC236}">
                <a16:creationId xmlns:a16="http://schemas.microsoft.com/office/drawing/2014/main" id="{1D9C79E6-B424-EB02-B3B0-D06C50005A3C}"/>
              </a:ext>
            </a:extLst>
          </p:cNvPr>
          <p:cNvSpPr/>
          <p:nvPr/>
        </p:nvSpPr>
        <p:spPr>
          <a:xfrm flipH="1">
            <a:off x="6625144" y="1859059"/>
            <a:ext cx="176521" cy="176184"/>
          </a:xfrm>
          <a:prstGeom prst="rect">
            <a:avLst/>
          </a:prstGeom>
          <a:solidFill>
            <a:srgbClr val="B9BFF7">
              <a:alpha val="56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altLang="ko-KR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44</a:t>
            </a:r>
            <a:r>
              <a:rPr lang="en-US" altLang="ko-KR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lang="en-US" altLang="ko-KR"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4" name="Google Shape;909;p28">
            <a:extLst>
              <a:ext uri="{FF2B5EF4-FFF2-40B4-BE49-F238E27FC236}">
                <a16:creationId xmlns:a16="http://schemas.microsoft.com/office/drawing/2014/main" id="{016C9502-000C-1A11-2AF1-7EBC09346514}"/>
              </a:ext>
            </a:extLst>
          </p:cNvPr>
          <p:cNvSpPr/>
          <p:nvPr/>
        </p:nvSpPr>
        <p:spPr>
          <a:xfrm flipH="1">
            <a:off x="6817061" y="1859059"/>
            <a:ext cx="176521" cy="176184"/>
          </a:xfrm>
          <a:prstGeom prst="rect">
            <a:avLst/>
          </a:prstGeom>
          <a:solidFill>
            <a:srgbClr val="B9BFF7">
              <a:alpha val="9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r>
              <a:rPr lang="en-US" sz="8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9</a:t>
            </a:r>
            <a:r>
              <a:rPr lang="en-US" sz="600" kern="0" spc="-3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%</a:t>
            </a:r>
            <a:endParaRPr sz="800" kern="0" spc="-3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43C2072-813C-B50F-C8B4-21D70365B500}"/>
              </a:ext>
            </a:extLst>
          </p:cNvPr>
          <p:cNvSpPr txBox="1"/>
          <p:nvPr/>
        </p:nvSpPr>
        <p:spPr>
          <a:xfrm>
            <a:off x="7401036" y="351599"/>
            <a:ext cx="35426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kumimoji="1"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kumimoji="1"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5D7149D3-8781-2718-7F43-E30A72C66ED9}"/>
              </a:ext>
            </a:extLst>
          </p:cNvPr>
          <p:cNvGrpSpPr/>
          <p:nvPr/>
        </p:nvGrpSpPr>
        <p:grpSpPr>
          <a:xfrm>
            <a:off x="7617154" y="1124896"/>
            <a:ext cx="132623" cy="263821"/>
            <a:chOff x="7597337" y="1124896"/>
            <a:chExt cx="132623" cy="263821"/>
          </a:xfrm>
        </p:grpSpPr>
        <p:sp>
          <p:nvSpPr>
            <p:cNvPr id="147" name="Google Shape;899;p28">
              <a:extLst>
                <a:ext uri="{FF2B5EF4-FFF2-40B4-BE49-F238E27FC236}">
                  <a16:creationId xmlns:a16="http://schemas.microsoft.com/office/drawing/2014/main" id="{8C1B3060-454E-D00F-EA08-A016A9D56DC2}"/>
                </a:ext>
              </a:extLst>
            </p:cNvPr>
            <p:cNvSpPr/>
            <p:nvPr/>
          </p:nvSpPr>
          <p:spPr>
            <a:xfrm flipH="1">
              <a:off x="7597337" y="1124896"/>
              <a:ext cx="132623" cy="132369"/>
            </a:xfrm>
            <a:prstGeom prst="rect">
              <a:avLst/>
            </a:prstGeom>
            <a:solidFill>
              <a:srgbClr val="FF6467">
                <a:alpha val="2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909;p28">
              <a:extLst>
                <a:ext uri="{FF2B5EF4-FFF2-40B4-BE49-F238E27FC236}">
                  <a16:creationId xmlns:a16="http://schemas.microsoft.com/office/drawing/2014/main" id="{608A4206-9D69-9B22-305C-9FBDD7F3AAB6}"/>
                </a:ext>
              </a:extLst>
            </p:cNvPr>
            <p:cNvSpPr/>
            <p:nvPr/>
          </p:nvSpPr>
          <p:spPr>
            <a:xfrm flipH="1">
              <a:off x="7597337" y="1256348"/>
              <a:ext cx="132623" cy="132369"/>
            </a:xfrm>
            <a:prstGeom prst="rect">
              <a:avLst/>
            </a:prstGeom>
            <a:solidFill>
              <a:srgbClr val="FF6467">
                <a:alpha val="8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68925A75-F678-CDE4-E690-25E6EE83A245}"/>
              </a:ext>
            </a:extLst>
          </p:cNvPr>
          <p:cNvGrpSpPr/>
          <p:nvPr/>
        </p:nvGrpSpPr>
        <p:grpSpPr>
          <a:xfrm>
            <a:off x="7796641" y="1124896"/>
            <a:ext cx="132623" cy="263821"/>
            <a:chOff x="7767878" y="1124896"/>
            <a:chExt cx="132623" cy="263821"/>
          </a:xfrm>
        </p:grpSpPr>
        <p:sp>
          <p:nvSpPr>
            <p:cNvPr id="150" name="Google Shape;899;p28">
              <a:extLst>
                <a:ext uri="{FF2B5EF4-FFF2-40B4-BE49-F238E27FC236}">
                  <a16:creationId xmlns:a16="http://schemas.microsoft.com/office/drawing/2014/main" id="{CB2466C4-7A84-F34F-5C73-7168E7588239}"/>
                </a:ext>
              </a:extLst>
            </p:cNvPr>
            <p:cNvSpPr/>
            <p:nvPr/>
          </p:nvSpPr>
          <p:spPr>
            <a:xfrm flipH="1">
              <a:off x="7767878" y="1124896"/>
              <a:ext cx="132623" cy="132369"/>
            </a:xfrm>
            <a:prstGeom prst="rect">
              <a:avLst/>
            </a:prstGeom>
            <a:solidFill>
              <a:srgbClr val="FF6467">
                <a:alpha val="3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909;p28">
              <a:extLst>
                <a:ext uri="{FF2B5EF4-FFF2-40B4-BE49-F238E27FC236}">
                  <a16:creationId xmlns:a16="http://schemas.microsoft.com/office/drawing/2014/main" id="{47D64697-8044-9213-0001-AEA0FE0DF1B0}"/>
                </a:ext>
              </a:extLst>
            </p:cNvPr>
            <p:cNvSpPr/>
            <p:nvPr/>
          </p:nvSpPr>
          <p:spPr>
            <a:xfrm flipH="1">
              <a:off x="7767878" y="1256348"/>
              <a:ext cx="132623" cy="132369"/>
            </a:xfrm>
            <a:prstGeom prst="rect">
              <a:avLst/>
            </a:prstGeom>
            <a:solidFill>
              <a:srgbClr val="FF6467">
                <a:alpha val="7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DA94D715-8F6A-DEDE-5DBA-4B5DAE7169EB}"/>
              </a:ext>
            </a:extLst>
          </p:cNvPr>
          <p:cNvGrpSpPr/>
          <p:nvPr/>
        </p:nvGrpSpPr>
        <p:grpSpPr>
          <a:xfrm>
            <a:off x="7437667" y="1124896"/>
            <a:ext cx="132623" cy="263821"/>
            <a:chOff x="7396118" y="1124896"/>
            <a:chExt cx="132623" cy="263821"/>
          </a:xfrm>
        </p:grpSpPr>
        <p:sp>
          <p:nvSpPr>
            <p:cNvPr id="153" name="Google Shape;899;p28">
              <a:extLst>
                <a:ext uri="{FF2B5EF4-FFF2-40B4-BE49-F238E27FC236}">
                  <a16:creationId xmlns:a16="http://schemas.microsoft.com/office/drawing/2014/main" id="{4D8EDA0E-159D-311B-CEDC-861681E7246B}"/>
                </a:ext>
              </a:extLst>
            </p:cNvPr>
            <p:cNvSpPr/>
            <p:nvPr/>
          </p:nvSpPr>
          <p:spPr>
            <a:xfrm flipH="1">
              <a:off x="7396118" y="1124896"/>
              <a:ext cx="132623" cy="132369"/>
            </a:xfrm>
            <a:prstGeom prst="rect">
              <a:avLst/>
            </a:prstGeom>
            <a:solidFill>
              <a:srgbClr val="FF6467">
                <a:alpha val="35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" name="Google Shape;909;p28">
              <a:extLst>
                <a:ext uri="{FF2B5EF4-FFF2-40B4-BE49-F238E27FC236}">
                  <a16:creationId xmlns:a16="http://schemas.microsoft.com/office/drawing/2014/main" id="{8E89AFCF-7008-AA33-5790-8EA14AA75357}"/>
                </a:ext>
              </a:extLst>
            </p:cNvPr>
            <p:cNvSpPr/>
            <p:nvPr/>
          </p:nvSpPr>
          <p:spPr>
            <a:xfrm flipH="1">
              <a:off x="7396118" y="1256348"/>
              <a:ext cx="132623" cy="132369"/>
            </a:xfrm>
            <a:prstGeom prst="rect">
              <a:avLst/>
            </a:prstGeom>
            <a:solidFill>
              <a:srgbClr val="FF6467">
                <a:alpha val="65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C093D6D0-8D4E-C78A-9A8D-D42B0145D6AD}"/>
              </a:ext>
            </a:extLst>
          </p:cNvPr>
          <p:cNvGrpSpPr/>
          <p:nvPr/>
        </p:nvGrpSpPr>
        <p:grpSpPr>
          <a:xfrm>
            <a:off x="7976128" y="1124896"/>
            <a:ext cx="132623" cy="263821"/>
            <a:chOff x="7949880" y="1124896"/>
            <a:chExt cx="132623" cy="263821"/>
          </a:xfrm>
        </p:grpSpPr>
        <p:sp>
          <p:nvSpPr>
            <p:cNvPr id="156" name="Google Shape;899;p28">
              <a:extLst>
                <a:ext uri="{FF2B5EF4-FFF2-40B4-BE49-F238E27FC236}">
                  <a16:creationId xmlns:a16="http://schemas.microsoft.com/office/drawing/2014/main" id="{694FFB7B-4FBB-125B-199C-F98ACE471D7E}"/>
                </a:ext>
              </a:extLst>
            </p:cNvPr>
            <p:cNvSpPr/>
            <p:nvPr/>
          </p:nvSpPr>
          <p:spPr>
            <a:xfrm flipH="1">
              <a:off x="7949880" y="1124896"/>
              <a:ext cx="132623" cy="132369"/>
            </a:xfrm>
            <a:prstGeom prst="rect">
              <a:avLst/>
            </a:prstGeom>
            <a:solidFill>
              <a:srgbClr val="FF6467">
                <a:alpha val="5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" name="Google Shape;909;p28">
              <a:extLst>
                <a:ext uri="{FF2B5EF4-FFF2-40B4-BE49-F238E27FC236}">
                  <a16:creationId xmlns:a16="http://schemas.microsoft.com/office/drawing/2014/main" id="{542F0EBA-EE99-19F3-C582-1C7967053772}"/>
                </a:ext>
              </a:extLst>
            </p:cNvPr>
            <p:cNvSpPr/>
            <p:nvPr/>
          </p:nvSpPr>
          <p:spPr>
            <a:xfrm flipH="1">
              <a:off x="7949880" y="1256348"/>
              <a:ext cx="132623" cy="132369"/>
            </a:xfrm>
            <a:prstGeom prst="rect">
              <a:avLst/>
            </a:prstGeom>
            <a:solidFill>
              <a:srgbClr val="FF6467">
                <a:alpha val="5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2C5AFF7E-4C27-90D9-2F4F-ADA4043A8474}"/>
              </a:ext>
            </a:extLst>
          </p:cNvPr>
          <p:cNvGrpSpPr/>
          <p:nvPr/>
        </p:nvGrpSpPr>
        <p:grpSpPr>
          <a:xfrm>
            <a:off x="8155615" y="1124896"/>
            <a:ext cx="132623" cy="263821"/>
            <a:chOff x="8141798" y="1124896"/>
            <a:chExt cx="132623" cy="263821"/>
          </a:xfrm>
        </p:grpSpPr>
        <p:sp>
          <p:nvSpPr>
            <p:cNvPr id="159" name="Google Shape;899;p28">
              <a:extLst>
                <a:ext uri="{FF2B5EF4-FFF2-40B4-BE49-F238E27FC236}">
                  <a16:creationId xmlns:a16="http://schemas.microsoft.com/office/drawing/2014/main" id="{980021A1-0F53-CA4E-88B6-852511656807}"/>
                </a:ext>
              </a:extLst>
            </p:cNvPr>
            <p:cNvSpPr/>
            <p:nvPr/>
          </p:nvSpPr>
          <p:spPr>
            <a:xfrm flipH="1">
              <a:off x="8141798" y="1124896"/>
              <a:ext cx="132623" cy="132369"/>
            </a:xfrm>
            <a:prstGeom prst="rect">
              <a:avLst/>
            </a:prstGeom>
            <a:solidFill>
              <a:srgbClr val="FF6467">
                <a:alpha val="7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" name="Google Shape;909;p28">
              <a:extLst>
                <a:ext uri="{FF2B5EF4-FFF2-40B4-BE49-F238E27FC236}">
                  <a16:creationId xmlns:a16="http://schemas.microsoft.com/office/drawing/2014/main" id="{7C8D8B9D-02BF-EDAF-AA4C-273BB2F5207E}"/>
                </a:ext>
              </a:extLst>
            </p:cNvPr>
            <p:cNvSpPr/>
            <p:nvPr/>
          </p:nvSpPr>
          <p:spPr>
            <a:xfrm flipH="1">
              <a:off x="8141798" y="1256348"/>
              <a:ext cx="132623" cy="132369"/>
            </a:xfrm>
            <a:prstGeom prst="rect">
              <a:avLst/>
            </a:prstGeom>
            <a:solidFill>
              <a:srgbClr val="FF6467">
                <a:alpha val="3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56EB936B-7CD4-CDD6-000A-5D7B49B186DF}"/>
              </a:ext>
            </a:extLst>
          </p:cNvPr>
          <p:cNvGrpSpPr/>
          <p:nvPr/>
        </p:nvGrpSpPr>
        <p:grpSpPr>
          <a:xfrm>
            <a:off x="8335102" y="1124896"/>
            <a:ext cx="132623" cy="263821"/>
            <a:chOff x="8333715" y="1124896"/>
            <a:chExt cx="132623" cy="263821"/>
          </a:xfrm>
        </p:grpSpPr>
        <p:sp>
          <p:nvSpPr>
            <p:cNvPr id="162" name="Google Shape;899;p28">
              <a:extLst>
                <a:ext uri="{FF2B5EF4-FFF2-40B4-BE49-F238E27FC236}">
                  <a16:creationId xmlns:a16="http://schemas.microsoft.com/office/drawing/2014/main" id="{184760BA-455C-D3FB-6D9B-9A0C928C8C04}"/>
                </a:ext>
              </a:extLst>
            </p:cNvPr>
            <p:cNvSpPr/>
            <p:nvPr/>
          </p:nvSpPr>
          <p:spPr>
            <a:xfrm flipH="1">
              <a:off x="8333715" y="1124896"/>
              <a:ext cx="132623" cy="132369"/>
            </a:xfrm>
            <a:prstGeom prst="rect">
              <a:avLst/>
            </a:prstGeom>
            <a:solidFill>
              <a:srgbClr val="FF6467">
                <a:alpha val="8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" name="Google Shape;909;p28">
              <a:extLst>
                <a:ext uri="{FF2B5EF4-FFF2-40B4-BE49-F238E27FC236}">
                  <a16:creationId xmlns:a16="http://schemas.microsoft.com/office/drawing/2014/main" id="{4DEF6632-71F0-8C74-A3C5-2A51D82BD832}"/>
                </a:ext>
              </a:extLst>
            </p:cNvPr>
            <p:cNvSpPr/>
            <p:nvPr/>
          </p:nvSpPr>
          <p:spPr>
            <a:xfrm flipH="1">
              <a:off x="8333715" y="1256348"/>
              <a:ext cx="132623" cy="132369"/>
            </a:xfrm>
            <a:prstGeom prst="rect">
              <a:avLst/>
            </a:prstGeom>
            <a:solidFill>
              <a:srgbClr val="FF6467">
                <a:alpha val="20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A63D0785-CD57-6D92-D092-5EE6129EBDF2}"/>
              </a:ext>
            </a:extLst>
          </p:cNvPr>
          <p:cNvCxnSpPr>
            <a:cxnSpLocks/>
          </p:cNvCxnSpPr>
          <p:nvPr/>
        </p:nvCxnSpPr>
        <p:spPr>
          <a:xfrm>
            <a:off x="7212819" y="346571"/>
            <a:ext cx="536265" cy="708145"/>
          </a:xfrm>
          <a:prstGeom prst="straightConnector1">
            <a:avLst/>
          </a:prstGeom>
          <a:ln w="9525">
            <a:solidFill>
              <a:srgbClr val="59595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E489B74C-8641-70DF-0798-7C1D5E35B238}"/>
              </a:ext>
            </a:extLst>
          </p:cNvPr>
          <p:cNvCxnSpPr>
            <a:cxnSpLocks/>
          </p:cNvCxnSpPr>
          <p:nvPr/>
        </p:nvCxnSpPr>
        <p:spPr>
          <a:xfrm>
            <a:off x="6400795" y="2127424"/>
            <a:ext cx="548165" cy="177430"/>
          </a:xfrm>
          <a:prstGeom prst="straightConnector1">
            <a:avLst/>
          </a:prstGeom>
          <a:ln w="9525">
            <a:solidFill>
              <a:srgbClr val="59595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462B21FA-0AC9-32E2-D44C-C8E7CBFFAFC3}"/>
              </a:ext>
            </a:extLst>
          </p:cNvPr>
          <p:cNvCxnSpPr>
            <a:cxnSpLocks/>
          </p:cNvCxnSpPr>
          <p:nvPr/>
        </p:nvCxnSpPr>
        <p:spPr>
          <a:xfrm flipH="1">
            <a:off x="7158136" y="1460374"/>
            <a:ext cx="601745" cy="841679"/>
          </a:xfrm>
          <a:prstGeom prst="straightConnector1">
            <a:avLst/>
          </a:prstGeom>
          <a:ln w="9525">
            <a:solidFill>
              <a:srgbClr val="59595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Google Shape;899;p28">
            <a:extLst>
              <a:ext uri="{FF2B5EF4-FFF2-40B4-BE49-F238E27FC236}">
                <a16:creationId xmlns:a16="http://schemas.microsoft.com/office/drawing/2014/main" id="{83A5DB7A-8D75-35B6-DF1D-D7CB9B9D2F1C}"/>
              </a:ext>
            </a:extLst>
          </p:cNvPr>
          <p:cNvSpPr/>
          <p:nvPr/>
        </p:nvSpPr>
        <p:spPr>
          <a:xfrm flipH="1">
            <a:off x="6978281" y="2325875"/>
            <a:ext cx="132623" cy="132369"/>
          </a:xfrm>
          <a:prstGeom prst="rect">
            <a:avLst/>
          </a:prstGeom>
          <a:solidFill>
            <a:srgbClr val="FF4C4F">
              <a:alpha val="62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endParaRPr sz="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5" name="Google Shape;909;p28">
            <a:extLst>
              <a:ext uri="{FF2B5EF4-FFF2-40B4-BE49-F238E27FC236}">
                <a16:creationId xmlns:a16="http://schemas.microsoft.com/office/drawing/2014/main" id="{F03380FC-3B91-9348-AC26-ED25A4DD3500}"/>
              </a:ext>
            </a:extLst>
          </p:cNvPr>
          <p:cNvSpPr/>
          <p:nvPr/>
        </p:nvSpPr>
        <p:spPr>
          <a:xfrm flipH="1">
            <a:off x="6978281" y="2460927"/>
            <a:ext cx="132623" cy="132369"/>
          </a:xfrm>
          <a:prstGeom prst="rect">
            <a:avLst/>
          </a:prstGeom>
          <a:solidFill>
            <a:srgbClr val="FF4C4F">
              <a:alpha val="38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242042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6" name="Google Shape;1018;p28">
            <a:extLst>
              <a:ext uri="{FF2B5EF4-FFF2-40B4-BE49-F238E27FC236}">
                <a16:creationId xmlns:a16="http://schemas.microsoft.com/office/drawing/2014/main" id="{11C2EDB0-2003-23F1-CF89-E8C4A084B630}"/>
              </a:ext>
            </a:extLst>
          </p:cNvPr>
          <p:cNvSpPr txBox="1"/>
          <p:nvPr/>
        </p:nvSpPr>
        <p:spPr>
          <a:xfrm>
            <a:off x="7708584" y="1393527"/>
            <a:ext cx="765491" cy="18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defTabSz="242042">
              <a:buClr>
                <a:srgbClr val="000000"/>
              </a:buClr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per-time logit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Google Shape;1018;p28">
                <a:extLst>
                  <a:ext uri="{FF2B5EF4-FFF2-40B4-BE49-F238E27FC236}">
                    <a16:creationId xmlns:a16="http://schemas.microsoft.com/office/drawing/2014/main" id="{6A885A2C-871F-563E-10E3-DEA132C4CF05}"/>
                  </a:ext>
                </a:extLst>
              </p:cNvPr>
              <p:cNvSpPr txBox="1"/>
              <p:nvPr/>
            </p:nvSpPr>
            <p:spPr>
              <a:xfrm>
                <a:off x="6620373" y="2362971"/>
                <a:ext cx="300689" cy="187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ko-KR" sz="1100" b="1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onsolas"/>
                          <a:sym typeface="Consolas"/>
                        </a:rPr>
                        <m:t>𝒍</m:t>
                      </m:r>
                    </m:oMath>
                  </m:oMathPara>
                </a14:m>
                <a:endParaRPr sz="1100" b="1" dirty="0"/>
              </a:p>
            </p:txBody>
          </p:sp>
        </mc:Choice>
        <mc:Fallback>
          <p:sp>
            <p:nvSpPr>
              <p:cNvPr id="177" name="Google Shape;1018;p28">
                <a:extLst>
                  <a:ext uri="{FF2B5EF4-FFF2-40B4-BE49-F238E27FC236}">
                    <a16:creationId xmlns:a16="http://schemas.microsoft.com/office/drawing/2014/main" id="{6A885A2C-871F-563E-10E3-DEA132C4C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373" y="2362971"/>
                <a:ext cx="300689" cy="187694"/>
              </a:xfrm>
              <a:prstGeom prst="rect">
                <a:avLst/>
              </a:prstGeom>
              <a:blipFill>
                <a:blip r:embed="rId4"/>
                <a:stretch>
                  <a:fillRect r="-20833"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31EB2F68-B35B-7056-CD6E-0B4E8A270D8D}"/>
              </a:ext>
            </a:extLst>
          </p:cNvPr>
          <p:cNvGrpSpPr/>
          <p:nvPr/>
        </p:nvGrpSpPr>
        <p:grpSpPr>
          <a:xfrm>
            <a:off x="7258180" y="1124896"/>
            <a:ext cx="132623" cy="263821"/>
            <a:chOff x="7184715" y="1124896"/>
            <a:chExt cx="132623" cy="263821"/>
          </a:xfrm>
        </p:grpSpPr>
        <p:sp>
          <p:nvSpPr>
            <p:cNvPr id="179" name="Google Shape;899;p28">
              <a:extLst>
                <a:ext uri="{FF2B5EF4-FFF2-40B4-BE49-F238E27FC236}">
                  <a16:creationId xmlns:a16="http://schemas.microsoft.com/office/drawing/2014/main" id="{146D73F5-AE9D-398F-A196-0DC4B3AA23E1}"/>
                </a:ext>
              </a:extLst>
            </p:cNvPr>
            <p:cNvSpPr/>
            <p:nvPr/>
          </p:nvSpPr>
          <p:spPr>
            <a:xfrm flipH="1">
              <a:off x="7184715" y="1124896"/>
              <a:ext cx="132623" cy="132369"/>
            </a:xfrm>
            <a:prstGeom prst="rect">
              <a:avLst/>
            </a:prstGeom>
            <a:solidFill>
              <a:srgbClr val="FF6467">
                <a:alpha val="43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" name="Google Shape;909;p28">
              <a:extLst>
                <a:ext uri="{FF2B5EF4-FFF2-40B4-BE49-F238E27FC236}">
                  <a16:creationId xmlns:a16="http://schemas.microsoft.com/office/drawing/2014/main" id="{30436078-29B3-BE0D-7669-B3FF7CB4B88D}"/>
                </a:ext>
              </a:extLst>
            </p:cNvPr>
            <p:cNvSpPr/>
            <p:nvPr/>
          </p:nvSpPr>
          <p:spPr>
            <a:xfrm flipH="1">
              <a:off x="7184715" y="1256348"/>
              <a:ext cx="132623" cy="132369"/>
            </a:xfrm>
            <a:prstGeom prst="rect">
              <a:avLst/>
            </a:prstGeom>
            <a:solidFill>
              <a:srgbClr val="FF6467">
                <a:alpha val="57000"/>
              </a:srgb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205" tIns="24205" rIns="24205" bIns="24205" anchor="ctr" anchorCtr="0">
              <a:noAutofit/>
            </a:bodyPr>
            <a:lstStyle/>
            <a:p>
              <a:pPr defTabSz="242042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Google Shape;1018;p28">
                <a:extLst>
                  <a:ext uri="{FF2B5EF4-FFF2-40B4-BE49-F238E27FC236}">
                    <a16:creationId xmlns:a16="http://schemas.microsoft.com/office/drawing/2014/main" id="{83D70BED-D5E3-E016-4FD6-222C0F79E796}"/>
                  </a:ext>
                </a:extLst>
              </p:cNvPr>
              <p:cNvSpPr txBox="1"/>
              <p:nvPr/>
            </p:nvSpPr>
            <p:spPr>
              <a:xfrm>
                <a:off x="7265195" y="922295"/>
                <a:ext cx="342797" cy="187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n-US" altLang="ko-KR" sz="1100" b="1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𝒍</m:t>
                          </m:r>
                        </m:e>
                        <m:sub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1:</m:t>
                          </m:r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sz="1100" dirty="0"/>
              </a:p>
            </p:txBody>
          </p:sp>
        </mc:Choice>
        <mc:Fallback>
          <p:sp>
            <p:nvSpPr>
              <p:cNvPr id="181" name="Google Shape;1018;p28">
                <a:extLst>
                  <a:ext uri="{FF2B5EF4-FFF2-40B4-BE49-F238E27FC236}">
                    <a16:creationId xmlns:a16="http://schemas.microsoft.com/office/drawing/2014/main" id="{83D70BED-D5E3-E016-4FD6-222C0F79E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195" y="922295"/>
                <a:ext cx="342797" cy="187694"/>
              </a:xfrm>
              <a:prstGeom prst="rect">
                <a:avLst/>
              </a:prstGeom>
              <a:blipFill>
                <a:blip r:embed="rId5"/>
                <a:stretch>
                  <a:fillRect l="-17857" b="-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Google Shape;1018;p28">
                <a:extLst>
                  <a:ext uri="{FF2B5EF4-FFF2-40B4-BE49-F238E27FC236}">
                    <a16:creationId xmlns:a16="http://schemas.microsoft.com/office/drawing/2014/main" id="{E3910360-D717-006C-E834-C8DAD91A0C7F}"/>
                  </a:ext>
                </a:extLst>
              </p:cNvPr>
              <p:cNvSpPr txBox="1"/>
              <p:nvPr/>
            </p:nvSpPr>
            <p:spPr>
              <a:xfrm>
                <a:off x="5668863" y="380289"/>
                <a:ext cx="491431" cy="187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1:</m:t>
                          </m:r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𝐿</m:t>
                          </m:r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,1:</m:t>
                          </m:r>
                          <m:sSub>
                            <m:sSubPr>
                              <m:ctrlPr>
                                <a:rPr lang="en-US" altLang="ko-KR" sz="11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onsolas"/>
                                  <a:sym typeface="Consolas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onsolas"/>
                                  <a:sym typeface="Consolas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11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onsolas"/>
                                  <a:sym typeface="Consolas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sz="1100" dirty="0"/>
              </a:p>
            </p:txBody>
          </p:sp>
        </mc:Choice>
        <mc:Fallback>
          <p:sp>
            <p:nvSpPr>
              <p:cNvPr id="182" name="Google Shape;1018;p28">
                <a:extLst>
                  <a:ext uri="{FF2B5EF4-FFF2-40B4-BE49-F238E27FC236}">
                    <a16:creationId xmlns:a16="http://schemas.microsoft.com/office/drawing/2014/main" id="{E3910360-D717-006C-E834-C8DAD91A0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863" y="380289"/>
                <a:ext cx="491431" cy="187694"/>
              </a:xfrm>
              <a:prstGeom prst="rect">
                <a:avLst/>
              </a:prstGeom>
              <a:blipFill>
                <a:blip r:embed="rId6"/>
                <a:stretch>
                  <a:fillRect l="-10000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Google Shape;1018;p28">
                <a:extLst>
                  <a:ext uri="{FF2B5EF4-FFF2-40B4-BE49-F238E27FC236}">
                    <a16:creationId xmlns:a16="http://schemas.microsoft.com/office/drawing/2014/main" id="{4D92DB79-AF86-2E2C-0744-09BF19D9149B}"/>
                  </a:ext>
                </a:extLst>
              </p:cNvPr>
              <p:cNvSpPr txBox="1"/>
              <p:nvPr/>
            </p:nvSpPr>
            <p:spPr>
              <a:xfrm>
                <a:off x="5668863" y="1203982"/>
                <a:ext cx="491431" cy="187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1:</m:t>
                          </m:r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sz="1100" dirty="0"/>
              </a:p>
            </p:txBody>
          </p:sp>
        </mc:Choice>
        <mc:Fallback>
          <p:sp>
            <p:nvSpPr>
              <p:cNvPr id="183" name="Google Shape;1018;p28">
                <a:extLst>
                  <a:ext uri="{FF2B5EF4-FFF2-40B4-BE49-F238E27FC236}">
                    <a16:creationId xmlns:a16="http://schemas.microsoft.com/office/drawing/2014/main" id="{4D92DB79-AF86-2E2C-0744-09BF19D91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863" y="1203982"/>
                <a:ext cx="491431" cy="187694"/>
              </a:xfrm>
              <a:prstGeom prst="rect">
                <a:avLst/>
              </a:prstGeom>
              <a:blipFill>
                <a:blip r:embed="rId7"/>
                <a:stretch>
                  <a:fillRect l="-10000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Google Shape;1018;p28">
                <a:extLst>
                  <a:ext uri="{FF2B5EF4-FFF2-40B4-BE49-F238E27FC236}">
                    <a16:creationId xmlns:a16="http://schemas.microsoft.com/office/drawing/2014/main" id="{DEBF43F9-D1F7-FAC3-46FE-D2A4192B0F05}"/>
                  </a:ext>
                </a:extLst>
              </p:cNvPr>
              <p:cNvSpPr txBox="1"/>
              <p:nvPr/>
            </p:nvSpPr>
            <p:spPr>
              <a:xfrm>
                <a:off x="5668863" y="1664019"/>
                <a:ext cx="491431" cy="187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242042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1:</m:t>
                          </m:r>
                          <m:r>
                            <a:rPr lang="en-US" altLang="ko-KR" sz="11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onsolas"/>
                              <a:sym typeface="Consola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sz="1100" dirty="0"/>
              </a:p>
            </p:txBody>
          </p:sp>
        </mc:Choice>
        <mc:Fallback>
          <p:sp>
            <p:nvSpPr>
              <p:cNvPr id="184" name="Google Shape;1018;p28">
                <a:extLst>
                  <a:ext uri="{FF2B5EF4-FFF2-40B4-BE49-F238E27FC236}">
                    <a16:creationId xmlns:a16="http://schemas.microsoft.com/office/drawing/2014/main" id="{DEBF43F9-D1F7-FAC3-46FE-D2A4192B0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863" y="1664019"/>
                <a:ext cx="491431" cy="187694"/>
              </a:xfrm>
              <a:prstGeom prst="rect">
                <a:avLst/>
              </a:prstGeom>
              <a:blipFill>
                <a:blip r:embed="rId8"/>
                <a:stretch>
                  <a:fillRect l="-7500"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85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739</TotalTime>
  <Words>242</Words>
  <Application>Microsoft Macintosh PowerPoint</Application>
  <PresentationFormat>사용자 지정</PresentationFormat>
  <Paragraphs>147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anonymambasl@gmail.com</dc:creator>
  <cp:keywords/>
  <dc:description/>
  <cp:lastModifiedBy>pamela7384@gmail.com</cp:lastModifiedBy>
  <cp:revision>30</cp:revision>
  <dcterms:created xsi:type="dcterms:W3CDTF">2025-07-28T05:57:54Z</dcterms:created>
  <dcterms:modified xsi:type="dcterms:W3CDTF">2025-09-22T13:30:31Z</dcterms:modified>
  <cp:category/>
</cp:coreProperties>
</file>